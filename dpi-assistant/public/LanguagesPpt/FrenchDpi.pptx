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Outfit SemiBold"/>
      <p:regular r:id="rId24"/>
      <p:bold r:id="rId25"/>
    </p:embeddedFont>
    <p:embeddedFont>
      <p:font typeface="Rajdhani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Outfit Light"/>
      <p:regular r:id="rId44"/>
      <p:bold r:id="rId45"/>
    </p:embeddedFont>
    <p:embeddedFont>
      <p:font typeface="Outfit"/>
      <p:regular r:id="rId46"/>
      <p:bold r:id="rId47"/>
    </p:embeddedFont>
    <p:embeddedFont>
      <p:font typeface="Outfit Medium"/>
      <p:regular r:id="rId48"/>
      <p:bold r:id="rId49"/>
    </p:embeddedFont>
    <p:embeddedFont>
      <p:font typeface="Playfair Display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PlayfairDisplayMedium-regular.fntdata"/><Relationship Id="rId17" Type="http://schemas.openxmlformats.org/officeDocument/2006/relationships/font" Target="fonts/PlayfairDisplayMedium-bold.fntdata"/><Relationship Id="rId18" Type="http://schemas.openxmlformats.org/officeDocument/2006/relationships/font" Target="fonts/PlayfairDisplayMedium-italic.fntdata"/><Relationship Id="rId19" Type="http://schemas.openxmlformats.org/officeDocument/2006/relationships/font" Target="fonts/PlayfairDisplayMedium-boldItalic.fntdata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OutfitSemiBold-regular.fntdata"/><Relationship Id="rId25" Type="http://schemas.openxmlformats.org/officeDocument/2006/relationships/font" Target="fonts/OutfitSemiBold-bold.fntdata"/><Relationship Id="rId26" Type="http://schemas.openxmlformats.org/officeDocument/2006/relationships/font" Target="fonts/Rajdhani-regular.fntdata"/><Relationship Id="rId27" Type="http://schemas.openxmlformats.org/officeDocument/2006/relationships/font" Target="fonts/Rajdhani-bold.fntdata"/><Relationship Id="rId28" Type="http://schemas.openxmlformats.org/officeDocument/2006/relationships/font" Target="fonts/Roboto-regular.fntdata"/><Relationship Id="rId29" Type="http://schemas.openxmlformats.org/officeDocument/2006/relationships/font" Target="fonts/Roboto-bold.fntdata"/><Relationship Id="rId30" Type="http://schemas.openxmlformats.org/officeDocument/2006/relationships/font" Target="fonts/Roboto-italic.fntdata"/><Relationship Id="rId31" Type="http://schemas.openxmlformats.org/officeDocument/2006/relationships/font" Target="fonts/Roboto-boldItalic.fntdata"/><Relationship Id="rId32" Type="http://schemas.openxmlformats.org/officeDocument/2006/relationships/font" Target="fonts/PlayfairDisplay-regular.fntdata"/><Relationship Id="rId33" Type="http://schemas.openxmlformats.org/officeDocument/2006/relationships/font" Target="fonts/PlayfairDisplay-bold.fntdata"/><Relationship Id="rId34" Type="http://schemas.openxmlformats.org/officeDocument/2006/relationships/font" Target="fonts/PlayfairDisplay-italic.fntdata"/><Relationship Id="rId35" Type="http://schemas.openxmlformats.org/officeDocument/2006/relationships/font" Target="fonts/PlayfairDisplay-boldItalic.fntdata"/><Relationship Id="rId36" Type="http://schemas.openxmlformats.org/officeDocument/2006/relationships/font" Target="fonts/Poppins-regular.fntdata"/><Relationship Id="rId37" Type="http://schemas.openxmlformats.org/officeDocument/2006/relationships/font" Target="fonts/Poppins-bold.fntdata"/><Relationship Id="rId38" Type="http://schemas.openxmlformats.org/officeDocument/2006/relationships/font" Target="fonts/Poppins-italic.fntdata"/><Relationship Id="rId39" Type="http://schemas.openxmlformats.org/officeDocument/2006/relationships/font" Target="fonts/Poppins-boldItalic.fntdata"/><Relationship Id="rId40" Type="http://schemas.openxmlformats.org/officeDocument/2006/relationships/font" Target="fonts/Lato-regular.fntdata"/><Relationship Id="rId41" Type="http://schemas.openxmlformats.org/officeDocument/2006/relationships/font" Target="fonts/Lato-bold.fntdata"/><Relationship Id="rId42" Type="http://schemas.openxmlformats.org/officeDocument/2006/relationships/font" Target="fonts/Lato-italic.fntdata"/><Relationship Id="rId43" Type="http://schemas.openxmlformats.org/officeDocument/2006/relationships/font" Target="fonts/Lato-boldItalic.fntdata"/><Relationship Id="rId44" Type="http://schemas.openxmlformats.org/officeDocument/2006/relationships/font" Target="fonts/OutfitLight-regular.fntdata"/><Relationship Id="rId45" Type="http://schemas.openxmlformats.org/officeDocument/2006/relationships/font" Target="fonts/OutfitLight-bold.fntdata"/><Relationship Id="rId46" Type="http://schemas.openxmlformats.org/officeDocument/2006/relationships/font" Target="fonts/Outfit-regular.fntdata"/><Relationship Id="rId47" Type="http://schemas.openxmlformats.org/officeDocument/2006/relationships/font" Target="fonts/Outfit-bold.fntdata"/><Relationship Id="rId48" Type="http://schemas.openxmlformats.org/officeDocument/2006/relationships/font" Target="fonts/OutfitMedium-regular.fntdata"/><Relationship Id="rId49" Type="http://schemas.openxmlformats.org/officeDocument/2006/relationships/font" Target="fonts/OutfitMedium-bold.fntdata"/><Relationship Id="rId50" Type="http://schemas.openxmlformats.org/officeDocument/2006/relationships/font" Target="fonts/PlayfairDisplaySemiBold-regular.fntdata"/><Relationship Id="rId51" Type="http://schemas.openxmlformats.org/officeDocument/2006/relationships/font" Target="fonts/PlayfairDisplaySemiBold-bold.fntdata"/><Relationship Id="rId52" Type="http://schemas.openxmlformats.org/officeDocument/2006/relationships/font" Target="fonts/PlayfairDisplaySemiBold-italic.fntdata"/><Relationship Id="rId53" Type="http://schemas.openxmlformats.org/officeDocument/2006/relationships/font" Target="fonts/PlayfairDisplay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b3a6afee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b3a6afee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b3a6a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b3a6a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b3a6af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b3a6af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b3a6afe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1b3a6afe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b3a6afee_0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81b3a6afee_0_1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1b3a6afee_0_5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1b3a6afee_0_5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1b3a6afee_0_5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1b3a6afee_0_5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1b3a6afee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1b3a6afe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1b3a6afee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1b3a6afee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3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2">
  <p:cSld name="TITLE_AND_BODY_1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TITLE_AND_BODY_1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8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238925" y="20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AND_BODY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 type="blank">
  <p:cSld name="BLANK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2">
  <p:cSld name="SECTION_TITLE_AND_DESCRIPTION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0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0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plit 02">
  <p:cSld name="CUSTOM_2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type="title"/>
          </p:nvPr>
        </p:nvSpPr>
        <p:spPr>
          <a:xfrm>
            <a:off x="5178050" y="916325"/>
            <a:ext cx="33933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50" name="Google Shape;150;p42"/>
          <p:cNvCxnSpPr/>
          <p:nvPr/>
        </p:nvCxnSpPr>
        <p:spPr>
          <a:xfrm>
            <a:off x="5178050" y="2171000"/>
            <a:ext cx="792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5178075" y="2576075"/>
            <a:ext cx="34404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3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3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3">
  <p:cSld name="CUSTOM_1_3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 1">
  <p:cSld name="CUSTOM_2_3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62" name="Google Shape;1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TITLE_ONLY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8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67" name="Google Shape;167;p48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rgbClr val="FFD6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" name="Google Shape;1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TITLE_AND_BODY_1_3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/>
          <p:nvPr/>
        </p:nvSpPr>
        <p:spPr>
          <a:xfrm>
            <a:off x="73157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/>
          <p:nvPr/>
        </p:nvSpPr>
        <p:spPr>
          <a:xfrm>
            <a:off x="272923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9"/>
          <p:cNvSpPr/>
          <p:nvPr/>
        </p:nvSpPr>
        <p:spPr>
          <a:xfrm>
            <a:off x="465069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9"/>
          <p:cNvSpPr/>
          <p:nvPr/>
        </p:nvSpPr>
        <p:spPr>
          <a:xfrm>
            <a:off x="672455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9"/>
          <p:cNvSpPr txBox="1"/>
          <p:nvPr>
            <p:ph type="title"/>
          </p:nvPr>
        </p:nvSpPr>
        <p:spPr>
          <a:xfrm>
            <a:off x="8958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utfit"/>
              <a:buNone/>
              <a:defRPr b="1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9"/>
          <p:cNvSpPr txBox="1"/>
          <p:nvPr>
            <p:ph idx="2" type="title"/>
          </p:nvPr>
        </p:nvSpPr>
        <p:spPr>
          <a:xfrm>
            <a:off x="2914788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49"/>
          <p:cNvSpPr txBox="1"/>
          <p:nvPr>
            <p:ph idx="3" type="title"/>
          </p:nvPr>
        </p:nvSpPr>
        <p:spPr>
          <a:xfrm>
            <a:off x="48362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49"/>
          <p:cNvSpPr txBox="1"/>
          <p:nvPr>
            <p:ph idx="4" type="title"/>
          </p:nvPr>
        </p:nvSpPr>
        <p:spPr>
          <a:xfrm>
            <a:off x="6910113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9"/>
          <p:cNvSpPr txBox="1"/>
          <p:nvPr>
            <p:ph idx="1" type="body"/>
          </p:nvPr>
        </p:nvSpPr>
        <p:spPr>
          <a:xfrm>
            <a:off x="73157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5" type="body"/>
          </p:nvPr>
        </p:nvSpPr>
        <p:spPr>
          <a:xfrm>
            <a:off x="272925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6" type="body"/>
          </p:nvPr>
        </p:nvSpPr>
        <p:spPr>
          <a:xfrm>
            <a:off x="465072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7" type="body"/>
          </p:nvPr>
        </p:nvSpPr>
        <p:spPr>
          <a:xfrm>
            <a:off x="672460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6">
  <p:cSld name="CUSTOM_1_4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0"/>
          <p:cNvSpPr/>
          <p:nvPr/>
        </p:nvSpPr>
        <p:spPr>
          <a:xfrm>
            <a:off x="3824257" y="2119313"/>
            <a:ext cx="904800" cy="904800"/>
          </a:xfrm>
          <a:prstGeom prst="ellipse">
            <a:avLst/>
          </a:prstGeom>
          <a:solidFill>
            <a:srgbClr val="FFD6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872307" y="3699822"/>
            <a:ext cx="808800" cy="808800"/>
          </a:xfrm>
          <a:prstGeom prst="ellipse">
            <a:avLst/>
          </a:prstGeom>
          <a:solidFill>
            <a:srgbClr val="FFA0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872307" y="634902"/>
            <a:ext cx="808800" cy="808800"/>
          </a:xfrm>
          <a:prstGeom prst="ellipse">
            <a:avLst/>
          </a:prstGeom>
          <a:solidFill>
            <a:srgbClr val="62D6E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50"/>
          <p:cNvSpPr/>
          <p:nvPr>
            <p:ph idx="2" type="pic"/>
          </p:nvPr>
        </p:nvSpPr>
        <p:spPr>
          <a:xfrm>
            <a:off x="0" y="-25"/>
            <a:ext cx="352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0"/>
          <p:cNvSpPr txBox="1"/>
          <p:nvPr>
            <p:ph idx="1" type="body"/>
          </p:nvPr>
        </p:nvSpPr>
        <p:spPr>
          <a:xfrm>
            <a:off x="4982475" y="66195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982475" y="2164775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982475" y="366760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_2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"/>
          <p:cNvSpPr txBox="1"/>
          <p:nvPr/>
        </p:nvSpPr>
        <p:spPr>
          <a:xfrm>
            <a:off x="1072275" y="1618950"/>
            <a:ext cx="671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9">
  <p:cSld name="CUSTOM_1_3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691575" y="950900"/>
            <a:ext cx="4694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52"/>
          <p:cNvSpPr/>
          <p:nvPr/>
        </p:nvSpPr>
        <p:spPr>
          <a:xfrm>
            <a:off x="0" y="2602000"/>
            <a:ext cx="2286000" cy="254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2"/>
          <p:cNvSpPr/>
          <p:nvPr/>
        </p:nvSpPr>
        <p:spPr>
          <a:xfrm>
            <a:off x="2286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2"/>
          <p:cNvSpPr/>
          <p:nvPr/>
        </p:nvSpPr>
        <p:spPr>
          <a:xfrm>
            <a:off x="4572102" y="2602000"/>
            <a:ext cx="2286000" cy="254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"/>
          <p:cNvSpPr/>
          <p:nvPr/>
        </p:nvSpPr>
        <p:spPr>
          <a:xfrm>
            <a:off x="6858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"/>
          <p:cNvSpPr txBox="1"/>
          <p:nvPr>
            <p:ph idx="1" type="subTitle"/>
          </p:nvPr>
        </p:nvSpPr>
        <p:spPr>
          <a:xfrm>
            <a:off x="29392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2" type="subTitle"/>
          </p:nvPr>
        </p:nvSpPr>
        <p:spPr>
          <a:xfrm>
            <a:off x="257607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3" name="Google Shape;203;p52"/>
          <p:cNvSpPr txBox="1"/>
          <p:nvPr>
            <p:ph idx="3" type="subTitle"/>
          </p:nvPr>
        </p:nvSpPr>
        <p:spPr>
          <a:xfrm>
            <a:off x="4950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4" type="subTitle"/>
          </p:nvPr>
        </p:nvSpPr>
        <p:spPr>
          <a:xfrm>
            <a:off x="7236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05" name="Google Shape;20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0" type="dt"/>
          </p:nvPr>
        </p:nvSpPr>
        <p:spPr>
          <a:xfrm>
            <a:off x="7258051" y="4899280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type="title"/>
          </p:nvPr>
        </p:nvSpPr>
        <p:spPr>
          <a:xfrm>
            <a:off x="365126" y="366662"/>
            <a:ext cx="83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53"/>
          <p:cNvCxnSpPr/>
          <p:nvPr/>
        </p:nvCxnSpPr>
        <p:spPr>
          <a:xfrm>
            <a:off x="477078" y="4843086"/>
            <a:ext cx="8209800" cy="0"/>
          </a:xfrm>
          <a:prstGeom prst="straightConnector1">
            <a:avLst/>
          </a:prstGeom>
          <a:noFill/>
          <a:ln cap="flat" cmpd="sng" w="9525">
            <a:solidFill>
              <a:srgbClr val="5393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4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15" name="Google Shape;215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54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342400" y="4789500"/>
            <a:ext cx="38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CCCCCC"/>
                </a:solidFill>
                <a:highlight>
                  <a:srgbClr val="FFFFFF"/>
                </a:highlight>
              </a:rPr>
              <a:t>Content of this deck is licensed under CC BY-SA 4.0</a:t>
            </a:r>
            <a:endParaRPr>
              <a:solidFill>
                <a:srgbClr val="CCCCCC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8.jpg"/><Relationship Id="rId8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7"/>
          <p:cNvSpPr txBox="1"/>
          <p:nvPr>
            <p:ph type="title"/>
          </p:nvPr>
        </p:nvSpPr>
        <p:spPr>
          <a:xfrm>
            <a:off x="1659750" y="1627400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Le DPI est un moyen pour les pays de maintenir leur souveraineté numérique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06666"/>
                </a:solidFill>
              </a:rPr>
              <a:t>Pas de verrouillage de fournisseur. Modulaire et adaptable.</a:t>
            </a:r>
            <a:r>
              <a:rPr lang="en-GB" sz="2400"/>
              <a:t/>
            </a:r>
            <a:r>
              <a:rPr lang="en-GB" sz="2400">
                <a:solidFill>
                  <a:srgbClr val="8E7CC3"/>
                </a:solidFill>
              </a:rPr>
              <a:t/>
            </a:r>
            <a:endParaRPr sz="2400">
              <a:solidFill>
                <a:srgbClr val="8E7CC3"/>
              </a:solidFill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2874050"/>
            <a:ext cx="2972948" cy="29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/>
          <p:nvPr/>
        </p:nvSpPr>
        <p:spPr>
          <a:xfrm>
            <a:off x="-14250" y="797875"/>
            <a:ext cx="9172500" cy="1415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3934013" y="2379025"/>
            <a:ext cx="282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Chemins de fer, Routes</a:t>
            </a:r>
            <a:endParaRPr b="1" i="0" sz="1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3882876" y="3281088"/>
            <a:ext cx="3701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Normes &amp; systèmes technologiques ouverts pour l'Identité, les Paiements Numériques, les Données…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3" name="Google Shape;233;p58"/>
          <p:cNvSpPr txBox="1"/>
          <p:nvPr/>
        </p:nvSpPr>
        <p:spPr>
          <a:xfrm>
            <a:off x="377638" y="2365675"/>
            <a:ext cx="2396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Infrastructure Physique</a:t>
            </a: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4" name="Google Shape;234;p58"/>
          <p:cNvSpPr txBox="1"/>
          <p:nvPr/>
        </p:nvSpPr>
        <p:spPr>
          <a:xfrm>
            <a:off x="377638" y="3303788"/>
            <a:ext cx="270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Infrastructure Numérique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pour les services numériques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35" name="Google Shape;235;p58"/>
          <p:cNvCxnSpPr/>
          <p:nvPr/>
        </p:nvCxnSpPr>
        <p:spPr>
          <a:xfrm>
            <a:off x="2876638" y="2661775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58"/>
          <p:cNvCxnSpPr/>
          <p:nvPr/>
        </p:nvCxnSpPr>
        <p:spPr>
          <a:xfrm>
            <a:off x="2876663" y="3563838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58"/>
          <p:cNvSpPr txBox="1"/>
          <p:nvPr/>
        </p:nvSpPr>
        <p:spPr>
          <a:xfrm>
            <a:off x="7764450" y="2838800"/>
            <a:ext cx="139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Privé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Innovation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58"/>
          <p:cNvSpPr/>
          <p:nvPr/>
        </p:nvSpPr>
        <p:spPr>
          <a:xfrm>
            <a:off x="7285125" y="2460575"/>
            <a:ext cx="390900" cy="15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8"/>
          <p:cNvSpPr/>
          <p:nvPr/>
        </p:nvSpPr>
        <p:spPr>
          <a:xfrm>
            <a:off x="4398225" y="402564"/>
            <a:ext cx="620400" cy="592200"/>
          </a:xfrm>
          <a:prstGeom prst="cube">
            <a:avLst>
              <a:gd fmla="val 25000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58"/>
          <p:cNvSpPr/>
          <p:nvPr/>
        </p:nvSpPr>
        <p:spPr>
          <a:xfrm>
            <a:off x="4078300" y="121670"/>
            <a:ext cx="548700" cy="523800"/>
          </a:xfrm>
          <a:prstGeom prst="cube">
            <a:avLst>
              <a:gd fmla="val 25000" name="adj"/>
            </a:avLst>
          </a:prstGeom>
          <a:solidFill>
            <a:srgbClr val="1D95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8"/>
          <p:cNvSpPr/>
          <p:nvPr/>
        </p:nvSpPr>
        <p:spPr>
          <a:xfrm>
            <a:off x="3569650" y="402475"/>
            <a:ext cx="620400" cy="592200"/>
          </a:xfrm>
          <a:prstGeom prst="cube">
            <a:avLst>
              <a:gd fmla="val 25000" name="adj"/>
            </a:avLst>
          </a:prstGeom>
          <a:solidFill>
            <a:srgbClr val="2766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58"/>
          <p:cNvSpPr/>
          <p:nvPr/>
        </p:nvSpPr>
        <p:spPr>
          <a:xfrm>
            <a:off x="216375" y="1022175"/>
            <a:ext cx="8826600" cy="10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Au 19ème siècle, nous avons construit des infrastructures physiques partagées,</a:t>
            </a:r>
            <a:endParaRPr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il est maintenant temps de construire des infrastructures numériques partagées</a:t>
            </a:r>
            <a:r>
              <a:rPr b="1" lang="en-GB" sz="2600">
                <a:latin typeface="Lato"/>
                <a:ea typeface="Lato"/>
                <a:cs typeface="Lato"/>
                <a:sym typeface="Lato"/>
              </a:rPr>
              <a:t/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/>
          <p:nvPr/>
        </p:nvSpPr>
        <p:spPr>
          <a:xfrm>
            <a:off x="-75" y="0"/>
            <a:ext cx="9144000" cy="12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9"/>
          <p:cNvSpPr txBox="1"/>
          <p:nvPr>
            <p:ph type="title"/>
          </p:nvPr>
        </p:nvSpPr>
        <p:spPr>
          <a:xfrm>
            <a:off x="442929" y="70050"/>
            <a:ext cx="84129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Outfit SemiBold"/>
                <a:ea typeface="Outfit SemiBold"/>
                <a:cs typeface="Outfit SemiBold"/>
                <a:sym typeface="Outfit SemiBold"/>
              </a:rPr>
              <a:t>Inspiré par l'infrastructure numérique originale : Internet, GPS et Mobile</a:t>
            </a:r>
            <a:r>
              <a:rPr lang="en-GB" sz="2900">
                <a:solidFill>
                  <a:srgbClr val="6564D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/>
            </a:r>
            <a:endParaRPr sz="2900">
              <a:solidFill>
                <a:srgbClr val="6564DB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0" y="1771275"/>
            <a:ext cx="2624707" cy="250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60" y="1777415"/>
            <a:ext cx="2613390" cy="2491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9"/>
          <p:cNvSpPr txBox="1"/>
          <p:nvPr/>
        </p:nvSpPr>
        <p:spPr>
          <a:xfrm>
            <a:off x="1034652" y="4431875"/>
            <a:ext cx="1123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Internet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59"/>
          <p:cNvSpPr txBox="1"/>
          <p:nvPr/>
        </p:nvSpPr>
        <p:spPr>
          <a:xfrm>
            <a:off x="4131138" y="4431875"/>
            <a:ext cx="973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GPS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4" name="Google Shape;254;p59"/>
          <p:cNvPicPr preferRelativeResize="0"/>
          <p:nvPr/>
        </p:nvPicPr>
        <p:blipFill rotWithShape="1">
          <a:blip r:embed="rId5">
            <a:alphaModFix/>
          </a:blip>
          <a:srcRect b="16314" l="15387" r="15331" t="16213"/>
          <a:stretch/>
        </p:blipFill>
        <p:spPr>
          <a:xfrm>
            <a:off x="6121725" y="1625711"/>
            <a:ext cx="2869875" cy="27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9"/>
          <p:cNvSpPr txBox="1"/>
          <p:nvPr/>
        </p:nvSpPr>
        <p:spPr>
          <a:xfrm>
            <a:off x="6765274" y="4431875"/>
            <a:ext cx="1526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Mobile/GSM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6" name="Google Shape;256;p59"/>
          <p:cNvCxnSpPr/>
          <p:nvPr/>
        </p:nvCxnSpPr>
        <p:spPr>
          <a:xfrm>
            <a:off x="481375" y="1239064"/>
            <a:ext cx="8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/>
          <p:nvPr/>
        </p:nvSpPr>
        <p:spPr>
          <a:xfrm>
            <a:off x="228600" y="163100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3" name="Google Shape;263;p60"/>
          <p:cNvSpPr txBox="1"/>
          <p:nvPr>
            <p:ph type="title"/>
          </p:nvPr>
        </p:nvSpPr>
        <p:spPr>
          <a:xfrm>
            <a:off x="1075350" y="4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utfit"/>
                <a:ea typeface="Outfit"/>
                <a:cs typeface="Outfit"/>
                <a:sym typeface="Outfit"/>
              </a:rPr>
              <a:t>Principes de l'Architecture DPI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rendre la numérisation inclusive et évolutive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60"/>
          <p:cNvSpPr txBox="1"/>
          <p:nvPr/>
        </p:nvSpPr>
        <p:spPr>
          <a:xfrm>
            <a:off x="228600" y="3256800"/>
            <a:ext cx="1980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Interopérabilité pilotée par des spécifications ouvertes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60"/>
          <p:cNvSpPr txBox="1"/>
          <p:nvPr/>
        </p:nvSpPr>
        <p:spPr>
          <a:xfrm>
            <a:off x="2046525" y="3268000"/>
            <a:ext cx="14847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Éléments de construction minimalistes et réutilisables plutôt que des solutions de bout en bout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3748300" y="3268000"/>
            <a:ext cx="1771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Innovation diversifiée et inclusive par l'écosystème via un accès ouvert et multimodal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5603312" y="3280000"/>
            <a:ext cx="1851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Fédéré et décentralisé avec une préférence pour laisser les données là où elles ont été collectées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60"/>
          <p:cNvSpPr txBox="1"/>
          <p:nvPr/>
        </p:nvSpPr>
        <p:spPr>
          <a:xfrm>
            <a:off x="7424579" y="3251975"/>
            <a:ext cx="1271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Sécurité et confidentialité par conception ; une architecture de confiance limitée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232154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0" name="Google Shape;270;p60"/>
          <p:cNvSpPr txBox="1"/>
          <p:nvPr/>
        </p:nvSpPr>
        <p:spPr>
          <a:xfrm>
            <a:off x="2092569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3782022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5603304" y="28611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3" name="Google Shape;273;p60"/>
          <p:cNvSpPr txBox="1"/>
          <p:nvPr/>
        </p:nvSpPr>
        <p:spPr>
          <a:xfrm>
            <a:off x="7465909" y="28380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6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Le contenu de ce deck est sous licence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60"/>
          <p:cNvSpPr/>
          <p:nvPr/>
        </p:nvSpPr>
        <p:spPr>
          <a:xfrm>
            <a:off x="30975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0"/>
          <p:cNvSpPr/>
          <p:nvPr/>
        </p:nvSpPr>
        <p:spPr>
          <a:xfrm>
            <a:off x="204652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0"/>
          <p:cNvSpPr/>
          <p:nvPr/>
        </p:nvSpPr>
        <p:spPr>
          <a:xfrm>
            <a:off x="378330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0"/>
          <p:cNvSpPr/>
          <p:nvPr/>
        </p:nvSpPr>
        <p:spPr>
          <a:xfrm>
            <a:off x="552007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0"/>
          <p:cNvSpPr/>
          <p:nvPr/>
        </p:nvSpPr>
        <p:spPr>
          <a:xfrm>
            <a:off x="7310289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30503" y="1756997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275" y="177099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24" y="1820050"/>
            <a:ext cx="645375" cy="6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3513" y="176500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3977" y="1792236"/>
            <a:ext cx="712200" cy="7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60"/>
          <p:cNvGrpSpPr/>
          <p:nvPr/>
        </p:nvGrpSpPr>
        <p:grpSpPr>
          <a:xfrm>
            <a:off x="7243970" y="-56058"/>
            <a:ext cx="1979884" cy="1286961"/>
            <a:chOff x="3028945" y="2612942"/>
            <a:chExt cx="1979884" cy="1286961"/>
          </a:xfrm>
        </p:grpSpPr>
        <p:grpSp>
          <p:nvGrpSpPr>
            <p:cNvPr id="287" name="Google Shape;287;p60"/>
            <p:cNvGrpSpPr/>
            <p:nvPr/>
          </p:nvGrpSpPr>
          <p:grpSpPr>
            <a:xfrm>
              <a:off x="3048248" y="2612942"/>
              <a:ext cx="1960580" cy="1159377"/>
              <a:chOff x="4923200" y="1561363"/>
              <a:chExt cx="975025" cy="576575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60"/>
            <p:cNvGrpSpPr/>
            <p:nvPr/>
          </p:nvGrpSpPr>
          <p:grpSpPr>
            <a:xfrm>
              <a:off x="3028945" y="2740526"/>
              <a:ext cx="1960580" cy="1159377"/>
              <a:chOff x="4923200" y="1561363"/>
              <a:chExt cx="975025" cy="576575"/>
            </a:xfrm>
          </p:grpSpPr>
          <p:sp>
            <p:nvSpPr>
              <p:cNvPr id="334" name="Google Shape;334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/>
        </p:nvSpPr>
        <p:spPr>
          <a:xfrm>
            <a:off x="193300" y="-130825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4" name="Google Shape;384;p61"/>
          <p:cNvSpPr txBox="1"/>
          <p:nvPr/>
        </p:nvSpPr>
        <p:spPr>
          <a:xfrm>
            <a:off x="432075" y="246055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Identités</a:t>
            </a:r>
            <a:endParaRPr b="1" i="0" sz="1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3771375" y="2371650"/>
            <a:ext cx="16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Partage de données et identifiants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6" name="Google Shape;386;p61"/>
          <p:cNvSpPr txBox="1"/>
          <p:nvPr/>
        </p:nvSpPr>
        <p:spPr>
          <a:xfrm>
            <a:off x="7543525" y="2146975"/>
            <a:ext cx="14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Découverte et Exécution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2314875" y="2188461"/>
            <a:ext cx="1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Paiements</a:t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262" y="1276611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625" y="1318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1888" y="1279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325" y="1315624"/>
            <a:ext cx="965800" cy="9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/>
          <p:nvPr/>
        </p:nvSpPr>
        <p:spPr>
          <a:xfrm>
            <a:off x="2181675" y="3332950"/>
            <a:ext cx="1589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7DFB6"/>
                </a:highlight>
                <a:latin typeface="Outfit"/>
                <a:ea typeface="Outfit"/>
                <a:cs typeface="Outfit"/>
                <a:sym typeface="Outfit"/>
              </a:rPr>
              <a:t>Réaliser des transactions financières facilement</a:t>
            </a:r>
            <a:endParaRPr b="1" sz="1100">
              <a:solidFill>
                <a:schemeClr val="dk1"/>
              </a:solidFill>
              <a:highlight>
                <a:srgbClr val="B7DFB6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3" name="Google Shape;393;p61"/>
          <p:cNvSpPr txBox="1"/>
          <p:nvPr/>
        </p:nvSpPr>
        <p:spPr>
          <a:xfrm>
            <a:off x="447900" y="3278500"/>
            <a:ext cx="146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2B2ED"/>
                </a:highlight>
                <a:latin typeface="Outfit"/>
                <a:ea typeface="Outfit"/>
                <a:cs typeface="Outfit"/>
                <a:sym typeface="Outfit"/>
              </a:rPr>
              <a:t>Authentifier tout nom dans un écosystème numérique (personnes, entités et objets) via des Registres</a:t>
            </a:r>
            <a:endParaRPr b="1" sz="1100">
              <a:solidFill>
                <a:schemeClr val="dk1"/>
              </a:solidFill>
              <a:highlight>
                <a:srgbClr val="B2B2ED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2CC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4" name="Google Shape;394;p61"/>
          <p:cNvSpPr txBox="1"/>
          <p:nvPr/>
        </p:nvSpPr>
        <p:spPr>
          <a:xfrm>
            <a:off x="3844675" y="3293950"/>
            <a:ext cx="1704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F2CC"/>
                </a:highlight>
                <a:latin typeface="Outfit"/>
                <a:ea typeface="Outfit"/>
                <a:cs typeface="Outfit"/>
                <a:sym typeface="Outfit"/>
              </a:rPr>
              <a:t>Partage de données (historique, profil et attributs) ou modèles de pair à pair ou publiquement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7383175" y="3291475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D0B5"/>
                </a:highlight>
                <a:latin typeface="Outfit"/>
                <a:ea typeface="Outfit"/>
                <a:cs typeface="Outfit"/>
                <a:sym typeface="Outfit"/>
              </a:rPr>
              <a:t>Accéder à des biens et services via des protocoles/API ouverts</a:t>
            </a:r>
            <a:endParaRPr b="1" sz="1100">
              <a:solidFill>
                <a:schemeClr val="dk1"/>
              </a:solidFill>
              <a:highlight>
                <a:srgbClr val="FFD0B5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61"/>
          <p:cNvSpPr txBox="1"/>
          <p:nvPr>
            <p:ph type="title"/>
          </p:nvPr>
        </p:nvSpPr>
        <p:spPr>
          <a:xfrm>
            <a:off x="1075350" y="3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Catégories d'Infra Publique Numérique Fondamentales</a:t>
            </a:r>
            <a:endParaRPr b="1" sz="2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dans et entre les secteurs sur lesquels vous pourriez construire</a:t>
            </a:r>
            <a:endParaRPr sz="224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61"/>
          <p:cNvSpPr txBox="1"/>
          <p:nvPr/>
        </p:nvSpPr>
        <p:spPr>
          <a:xfrm rot="-5400000">
            <a:off x="-510350" y="430390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Exemples</a:t>
            </a:r>
            <a:endParaRPr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5726738" y="2142861"/>
            <a:ext cx="14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Infrastructure de Confiance</a:t>
            </a:r>
            <a:endParaRPr sz="1800"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9399" y="1241886"/>
            <a:ext cx="965825" cy="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1"/>
          <p:cNvSpPr txBox="1"/>
          <p:nvPr/>
        </p:nvSpPr>
        <p:spPr>
          <a:xfrm>
            <a:off x="5609450" y="3340866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5E4FF"/>
                </a:highlight>
                <a:latin typeface="Outfit"/>
                <a:ea typeface="Outfit"/>
                <a:cs typeface="Outfit"/>
                <a:sym typeface="Outfit"/>
              </a:rPr>
              <a:t>Permettre la confiance grâce à des signatures, un consentement, et au-delà</a:t>
            </a:r>
            <a:endParaRPr b="1" sz="1100">
              <a:solidFill>
                <a:schemeClr val="dk1"/>
              </a:solidFill>
              <a:highlight>
                <a:srgbClr val="B5E4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02" name="Google Shape;402;p61"/>
          <p:cNvGrpSpPr/>
          <p:nvPr/>
        </p:nvGrpSpPr>
        <p:grpSpPr>
          <a:xfrm>
            <a:off x="395225" y="3166872"/>
            <a:ext cx="8468276" cy="1138927"/>
            <a:chOff x="24900" y="2000947"/>
            <a:chExt cx="8468276" cy="1138927"/>
          </a:xfrm>
        </p:grpSpPr>
        <p:pic>
          <p:nvPicPr>
            <p:cNvPr id="403" name="Google Shape;403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4900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097913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4135937" y="2000947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6182527" y="200214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61"/>
          <p:cNvSpPr/>
          <p:nvPr/>
        </p:nvSpPr>
        <p:spPr>
          <a:xfrm>
            <a:off x="8514975" y="204125"/>
            <a:ext cx="382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"/>
          <p:cNvSpPr txBox="1"/>
          <p:nvPr/>
        </p:nvSpPr>
        <p:spPr>
          <a:xfrm>
            <a:off x="7055575" y="497655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Nandan Nilekani, 2024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311700" y="382325"/>
            <a:ext cx="5441100" cy="135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Compréhension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Numérique Public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Infrastructure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62"/>
          <p:cNvSpPr txBox="1"/>
          <p:nvPr/>
        </p:nvSpPr>
        <p:spPr>
          <a:xfrm>
            <a:off x="1427500" y="2172100"/>
            <a:ext cx="712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Un ensemble d'éléments technologiques de base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b="1" sz="2000">
              <a:solidFill>
                <a:srgbClr val="434343"/>
              </a:solidFill>
              <a:highlight>
                <a:srgbClr val="FFF2CC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alimenté par des normes/spécifications ouvertes et interopérables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opéré sous un ensemble de règles facilitantes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avec une gouvernance ouverte, transparente et participative pour stimuler l'innovation, l'inclusion et la concurrence à grande échelle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b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6" name="Google Shape;416;p62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Le contenu de ce deck est sous licence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7" name="Google Shape;4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Le contenu de ce deck est sous licence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3" name="Google Shape;423;p63"/>
          <p:cNvSpPr txBox="1"/>
          <p:nvPr/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‹#›</a:t>
            </a:fld>
            <a:endParaRPr b="1"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4" name="Google Shape;424;p63"/>
          <p:cNvGrpSpPr/>
          <p:nvPr/>
        </p:nvGrpSpPr>
        <p:grpSpPr>
          <a:xfrm>
            <a:off x="2880891" y="146025"/>
            <a:ext cx="3250125" cy="4851450"/>
            <a:chOff x="3841188" y="194700"/>
            <a:chExt cx="4333500" cy="6468600"/>
          </a:xfrm>
        </p:grpSpPr>
        <p:sp>
          <p:nvSpPr>
            <p:cNvPr id="425" name="Google Shape;425;p63"/>
            <p:cNvSpPr/>
            <p:nvPr/>
          </p:nvSpPr>
          <p:spPr>
            <a:xfrm>
              <a:off x="3841188" y="194700"/>
              <a:ext cx="4333500" cy="6468600"/>
            </a:xfrm>
            <a:prstGeom prst="rect">
              <a:avLst/>
            </a:pr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3"/>
            <p:cNvSpPr/>
            <p:nvPr/>
          </p:nvSpPr>
          <p:spPr>
            <a:xfrm>
              <a:off x="4147700" y="1181200"/>
              <a:ext cx="3787200" cy="4758600"/>
            </a:xfrm>
            <a:prstGeom prst="upArrow">
              <a:avLst>
                <a:gd fmla="val 65882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3"/>
            <p:cNvSpPr/>
            <p:nvPr/>
          </p:nvSpPr>
          <p:spPr>
            <a:xfrm>
              <a:off x="4979076" y="2086860"/>
              <a:ext cx="2057700" cy="37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28" name="Google Shape;428;p63"/>
            <p:cNvSpPr/>
            <p:nvPr/>
          </p:nvSpPr>
          <p:spPr>
            <a:xfrm>
              <a:off x="5001125" y="2202438"/>
              <a:ext cx="2068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latin typeface="Playfair Display"/>
                  <a:ea typeface="Playfair Display"/>
                  <a:cs typeface="Playfair Display"/>
                  <a:sym typeface="Playfair Display"/>
                </a:rPr>
                <a:t>Diverse applications and  market Innovation</a:t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63"/>
            <p:cNvSpPr/>
            <p:nvPr/>
          </p:nvSpPr>
          <p:spPr>
            <a:xfrm>
              <a:off x="5001000" y="3069688"/>
              <a:ext cx="2068200" cy="1124400"/>
            </a:xfrm>
            <a:prstGeom prst="rect">
              <a:avLst/>
            </a:prstGeom>
            <a:solidFill>
              <a:srgbClr val="7DD65C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b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Interoperable DPI </a:t>
              </a:r>
              <a:endParaRPr b="1"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b="1"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(</a:t>
              </a:r>
              <a:r>
                <a:rPr b="1" lang="en-GB" sz="900">
                  <a:latin typeface="Playfair Display"/>
                  <a:ea typeface="Playfair Display"/>
                  <a:cs typeface="Playfair Display"/>
                  <a:sym typeface="Playfair Display"/>
                </a:rPr>
                <a:t>open APIs/protocols, shared platforms and enabling policies)</a:t>
              </a:r>
              <a:endParaRPr b="1" sz="9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63"/>
            <p:cNvSpPr txBox="1"/>
            <p:nvPr/>
          </p:nvSpPr>
          <p:spPr>
            <a:xfrm>
              <a:off x="5000997" y="361725"/>
              <a:ext cx="20139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DPI </a:t>
              </a:r>
              <a:b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31" name="Google Shape;431;p63"/>
            <p:cNvSpPr txBox="1"/>
            <p:nvPr/>
          </p:nvSpPr>
          <p:spPr>
            <a:xfrm>
              <a:off x="3987900" y="1257400"/>
              <a:ext cx="4018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Addresses diversity &amp; choice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Encourages Innovation &amp; competition,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Ensures openness and sovereignty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32" name="Google Shape;432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823" y="5953750"/>
              <a:ext cx="443250" cy="44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3"/>
            <p:cNvSpPr/>
            <p:nvPr/>
          </p:nvSpPr>
          <p:spPr>
            <a:xfrm>
              <a:off x="5001000" y="4972300"/>
              <a:ext cx="2068200" cy="6963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/ Regulators</a:t>
              </a:r>
              <a:endParaRPr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63"/>
            <p:cNvSpPr/>
            <p:nvPr/>
          </p:nvSpPr>
          <p:spPr>
            <a:xfrm>
              <a:off x="5020700" y="4367584"/>
              <a:ext cx="2068200" cy="443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Open DPG Communities</a:t>
              </a:r>
              <a:endParaRPr sz="1000"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435" name="Google Shape;435;p63"/>
          <p:cNvGrpSpPr/>
          <p:nvPr/>
        </p:nvGrpSpPr>
        <p:grpSpPr>
          <a:xfrm>
            <a:off x="6503025" y="271294"/>
            <a:ext cx="1993950" cy="4567547"/>
            <a:chOff x="8670700" y="361725"/>
            <a:chExt cx="2658600" cy="6090063"/>
          </a:xfrm>
        </p:grpSpPr>
        <p:sp>
          <p:nvSpPr>
            <p:cNvPr id="436" name="Google Shape;436;p63"/>
            <p:cNvSpPr/>
            <p:nvPr/>
          </p:nvSpPr>
          <p:spPr>
            <a:xfrm>
              <a:off x="8854739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9039975" y="22915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9040035" y="335649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Platforms, Cloud, OS,  </a:t>
              </a:r>
              <a:b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 Stores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63"/>
            <p:cNvSpPr/>
            <p:nvPr/>
          </p:nvSpPr>
          <p:spPr>
            <a:xfrm>
              <a:off x="9039985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Playfair Display"/>
                  <a:ea typeface="Playfair Display"/>
                  <a:cs typeface="Playfair Display"/>
                  <a:sym typeface="Playfair Display"/>
                </a:rPr>
                <a:t>Private</a:t>
              </a:r>
              <a:endParaRPr b="1"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63"/>
            <p:cNvSpPr txBox="1"/>
            <p:nvPr/>
          </p:nvSpPr>
          <p:spPr>
            <a:xfrm>
              <a:off x="9039985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Private Approach</a:t>
              </a:r>
              <a:endParaRPr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1" name="Google Shape;441;p63"/>
            <p:cNvSpPr txBox="1"/>
            <p:nvPr/>
          </p:nvSpPr>
          <p:spPr>
            <a:xfrm>
              <a:off x="8670700" y="1246667"/>
              <a:ext cx="2658600" cy="73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interoperability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competition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42" name="Google Shape;442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04787" y="5894192"/>
              <a:ext cx="557596" cy="55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63"/>
          <p:cNvGrpSpPr/>
          <p:nvPr/>
        </p:nvGrpSpPr>
        <p:grpSpPr>
          <a:xfrm>
            <a:off x="819722" y="271294"/>
            <a:ext cx="1551113" cy="4472139"/>
            <a:chOff x="1092963" y="361725"/>
            <a:chExt cx="2068151" cy="5962852"/>
          </a:xfrm>
        </p:grpSpPr>
        <p:sp>
          <p:nvSpPr>
            <p:cNvPr id="444" name="Google Shape;444;p63"/>
            <p:cNvSpPr/>
            <p:nvPr/>
          </p:nvSpPr>
          <p:spPr>
            <a:xfrm>
              <a:off x="1092963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45" name="Google Shape;445;p63"/>
            <p:cNvSpPr/>
            <p:nvPr/>
          </p:nvSpPr>
          <p:spPr>
            <a:xfrm>
              <a:off x="1278200" y="24364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Applications</a:t>
              </a:r>
              <a:endParaRPr sz="11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63"/>
            <p:cNvSpPr/>
            <p:nvPr/>
          </p:nvSpPr>
          <p:spPr>
            <a:xfrm>
              <a:off x="1288684" y="342894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Departments/</a:t>
              </a:r>
              <a:b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Ministries</a:t>
              </a:r>
              <a:endParaRPr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63"/>
            <p:cNvSpPr/>
            <p:nvPr/>
          </p:nvSpPr>
          <p:spPr>
            <a:xfrm>
              <a:off x="1278209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</a:t>
              </a:r>
              <a:endParaRPr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8" name="Google Shape;448;p63"/>
            <p:cNvSpPr txBox="1"/>
            <p:nvPr/>
          </p:nvSpPr>
          <p:spPr>
            <a:xfrm>
              <a:off x="1278200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Govt Approach</a:t>
              </a:r>
              <a:endParaRPr b="1"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9" name="Google Shape;449;p63"/>
            <p:cNvSpPr txBox="1"/>
            <p:nvPr/>
          </p:nvSpPr>
          <p:spPr>
            <a:xfrm>
              <a:off x="1103414" y="1333596"/>
              <a:ext cx="20577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Single Provider </a:t>
              </a:r>
              <a:b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</a:b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Slow Innovation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55170" y="6026165"/>
              <a:ext cx="354113" cy="2984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 txBox="1"/>
          <p:nvPr>
            <p:ph type="title"/>
          </p:nvPr>
        </p:nvSpPr>
        <p:spPr>
          <a:xfrm>
            <a:off x="311688" y="313958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L'approche DPI fonctionne en utilisant des normes technologiques ouvertes et une politique habilitante pour tirer le meilleur des marchés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D5A6BD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sz="1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56" name="Google Shape;456;p64"/>
          <p:cNvGrpSpPr/>
          <p:nvPr/>
        </p:nvGrpSpPr>
        <p:grpSpPr>
          <a:xfrm>
            <a:off x="269498" y="1586277"/>
            <a:ext cx="3822734" cy="3350161"/>
            <a:chOff x="2577764" y="2199666"/>
            <a:chExt cx="431455" cy="386703"/>
          </a:xfrm>
        </p:grpSpPr>
        <p:grpSp>
          <p:nvGrpSpPr>
            <p:cNvPr id="457" name="Google Shape;457;p64"/>
            <p:cNvGrpSpPr/>
            <p:nvPr/>
          </p:nvGrpSpPr>
          <p:grpSpPr>
            <a:xfrm>
              <a:off x="2577764" y="2390267"/>
              <a:ext cx="431455" cy="196102"/>
              <a:chOff x="1957711" y="1929471"/>
              <a:chExt cx="438560" cy="199311"/>
            </a:xfrm>
          </p:grpSpPr>
          <p:sp>
            <p:nvSpPr>
              <p:cNvPr id="458" name="Google Shape;458;p64"/>
              <p:cNvSpPr/>
              <p:nvPr/>
            </p:nvSpPr>
            <p:spPr>
              <a:xfrm>
                <a:off x="1957711" y="1929471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4"/>
              <p:cNvSpPr/>
              <p:nvPr/>
            </p:nvSpPr>
            <p:spPr>
              <a:xfrm>
                <a:off x="2373429" y="2013702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64"/>
            <p:cNvGrpSpPr/>
            <p:nvPr/>
          </p:nvGrpSpPr>
          <p:grpSpPr>
            <a:xfrm>
              <a:off x="2577764" y="2294967"/>
              <a:ext cx="431455" cy="196102"/>
              <a:chOff x="1957711" y="1886873"/>
              <a:chExt cx="438560" cy="199311"/>
            </a:xfrm>
          </p:grpSpPr>
          <p:sp>
            <p:nvSpPr>
              <p:cNvPr id="461" name="Google Shape;461;p64"/>
              <p:cNvSpPr/>
              <p:nvPr/>
            </p:nvSpPr>
            <p:spPr>
              <a:xfrm>
                <a:off x="1957711" y="1886873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4"/>
              <p:cNvSpPr/>
              <p:nvPr/>
            </p:nvSpPr>
            <p:spPr>
              <a:xfrm>
                <a:off x="2373429" y="1971104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64"/>
            <p:cNvGrpSpPr/>
            <p:nvPr/>
          </p:nvGrpSpPr>
          <p:grpSpPr>
            <a:xfrm>
              <a:off x="2577764" y="2199666"/>
              <a:ext cx="431455" cy="196102"/>
              <a:chOff x="1957711" y="1844276"/>
              <a:chExt cx="438560" cy="199311"/>
            </a:xfrm>
          </p:grpSpPr>
          <p:sp>
            <p:nvSpPr>
              <p:cNvPr id="464" name="Google Shape;464;p64"/>
              <p:cNvSpPr/>
              <p:nvPr/>
            </p:nvSpPr>
            <p:spPr>
              <a:xfrm>
                <a:off x="1957711" y="1844276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  <p:sp>
            <p:nvSpPr>
              <p:cNvPr id="465" name="Google Shape;465;p64"/>
              <p:cNvSpPr/>
              <p:nvPr/>
            </p:nvSpPr>
            <p:spPr>
              <a:xfrm>
                <a:off x="2373429" y="1928507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</p:grpSp>
      </p:grpSp>
      <p:sp>
        <p:nvSpPr>
          <p:cNvPr id="466" name="Google Shape;466;p64"/>
          <p:cNvSpPr txBox="1"/>
          <p:nvPr/>
        </p:nvSpPr>
        <p:spPr>
          <a:xfrm>
            <a:off x="4333225" y="3877425"/>
            <a:ext cx="47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Normes techniques et blocs de construction : Spécifications ouvertes et protocoles ou systèmes partagés à travers l'identification et les registres vérifiables ; signatures et consentement ; paiements, partage de données, accréditation, et modèles d'IA/ML ouverts ; et découverte et exécution.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4"/>
          <p:cNvSpPr txBox="1"/>
          <p:nvPr/>
        </p:nvSpPr>
        <p:spPr>
          <a:xfrm>
            <a:off x="5487926" y="3053494"/>
            <a:ext cx="35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 txBox="1"/>
          <p:nvPr/>
        </p:nvSpPr>
        <p:spPr>
          <a:xfrm>
            <a:off x="4333225" y="2207338"/>
            <a:ext cx="47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Marché : Innovation publique et privée ; Acteurs de marché concurrentiels concevant des solutions diverses ;</a:t>
            </a:r>
            <a:r>
              <a:rPr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333225" y="2971192"/>
            <a:ext cx="475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27BA0"/>
                </a:solidFill>
                <a:latin typeface="Outfit"/>
                <a:ea typeface="Outfit"/>
                <a:cs typeface="Outfit"/>
                <a:sym typeface="Outfit"/>
              </a:rPr>
              <a:t>Gouvernance : Cadre légal et institutionnel ; Programmes publics pour favoriser l'adoption ; Facilitation de l'écosystème ; Gouvernance participative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4"/>
          <p:cNvSpPr txBox="1"/>
          <p:nvPr/>
        </p:nvSpPr>
        <p:spPr>
          <a:xfrm>
            <a:off x="3290275" y="1468875"/>
            <a:ext cx="57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S'il ne peut pas être réutilisé par d'autres, ce n'est pas un DPI !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65"/>
          <p:cNvGrpSpPr/>
          <p:nvPr/>
        </p:nvGrpSpPr>
        <p:grpSpPr>
          <a:xfrm>
            <a:off x="301912" y="735198"/>
            <a:ext cx="8204161" cy="4054683"/>
            <a:chOff x="793334" y="1192826"/>
            <a:chExt cx="2665073" cy="1317140"/>
          </a:xfrm>
        </p:grpSpPr>
        <p:sp>
          <p:nvSpPr>
            <p:cNvPr id="477" name="Google Shape;477;p65"/>
            <p:cNvSpPr/>
            <p:nvPr/>
          </p:nvSpPr>
          <p:spPr>
            <a:xfrm>
              <a:off x="2759899" y="20345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5"/>
            <p:cNvSpPr/>
            <p:nvPr/>
          </p:nvSpPr>
          <p:spPr>
            <a:xfrm>
              <a:off x="2622291" y="1667631"/>
              <a:ext cx="12573" cy="1765"/>
            </a:xfrm>
            <a:custGeom>
              <a:rect b="b" l="l" r="r" t="t"/>
              <a:pathLst>
                <a:path extrusionOk="0" h="130" w="926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5"/>
            <p:cNvSpPr/>
            <p:nvPr/>
          </p:nvSpPr>
          <p:spPr>
            <a:xfrm>
              <a:off x="2265040" y="1528449"/>
              <a:ext cx="1344" cy="109"/>
            </a:xfrm>
            <a:custGeom>
              <a:rect b="b" l="l" r="r" t="t"/>
              <a:pathLst>
                <a:path extrusionOk="0" h="8" w="99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5"/>
            <p:cNvSpPr/>
            <p:nvPr/>
          </p:nvSpPr>
          <p:spPr>
            <a:xfrm>
              <a:off x="2494622" y="1668433"/>
              <a:ext cx="8147" cy="2118"/>
            </a:xfrm>
            <a:custGeom>
              <a:rect b="b" l="l" r="r" t="t"/>
              <a:pathLst>
                <a:path extrusionOk="0" h="156" w="60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5"/>
            <p:cNvSpPr/>
            <p:nvPr/>
          </p:nvSpPr>
          <p:spPr>
            <a:xfrm>
              <a:off x="2304347" y="1661671"/>
              <a:ext cx="30291" cy="17094"/>
            </a:xfrm>
            <a:custGeom>
              <a:rect b="b" l="l" r="r" t="t"/>
              <a:pathLst>
                <a:path extrusionOk="0" h="1259" w="2231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2596779" y="1667903"/>
              <a:ext cx="20869" cy="13808"/>
            </a:xfrm>
            <a:custGeom>
              <a:rect b="b" l="l" r="r" t="t"/>
              <a:pathLst>
                <a:path extrusionOk="0" h="1017" w="1537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1460410" y="19054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5"/>
            <p:cNvSpPr/>
            <p:nvPr/>
          </p:nvSpPr>
          <p:spPr>
            <a:xfrm>
              <a:off x="2393809" y="1664875"/>
              <a:ext cx="58709" cy="92123"/>
            </a:xfrm>
            <a:custGeom>
              <a:rect b="b" l="l" r="r" t="t"/>
              <a:pathLst>
                <a:path extrusionOk="0" h="6785" w="4324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5"/>
            <p:cNvSpPr/>
            <p:nvPr/>
          </p:nvSpPr>
          <p:spPr>
            <a:xfrm>
              <a:off x="3030608" y="2063280"/>
              <a:ext cx="2525" cy="733"/>
            </a:xfrm>
            <a:custGeom>
              <a:rect b="b" l="l" r="r" t="t"/>
              <a:pathLst>
                <a:path extrusionOk="0" h="54" w="186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5"/>
            <p:cNvSpPr/>
            <p:nvPr/>
          </p:nvSpPr>
          <p:spPr>
            <a:xfrm>
              <a:off x="2090841" y="1529304"/>
              <a:ext cx="1765" cy="2390"/>
            </a:xfrm>
            <a:custGeom>
              <a:rect b="b" l="l" r="r" t="t"/>
              <a:pathLst>
                <a:path extrusionOk="0" h="176" w="13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2245597" y="1718058"/>
              <a:ext cx="14229" cy="4386"/>
            </a:xfrm>
            <a:custGeom>
              <a:rect b="b" l="l" r="r" t="t"/>
              <a:pathLst>
                <a:path extrusionOk="0" h="323" w="1048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2812146" y="1578590"/>
              <a:ext cx="42742" cy="41805"/>
            </a:xfrm>
            <a:custGeom>
              <a:rect b="b" l="l" r="r" t="t"/>
              <a:pathLst>
                <a:path extrusionOk="0" h="3079" w="3148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5"/>
            <p:cNvSpPr/>
            <p:nvPr/>
          </p:nvSpPr>
          <p:spPr>
            <a:xfrm>
              <a:off x="2563691" y="1451016"/>
              <a:ext cx="3055" cy="2593"/>
            </a:xfrm>
            <a:custGeom>
              <a:rect b="b" l="l" r="r" t="t"/>
              <a:pathLst>
                <a:path extrusionOk="0" h="191" w="225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5"/>
            <p:cNvSpPr/>
            <p:nvPr/>
          </p:nvSpPr>
          <p:spPr>
            <a:xfrm>
              <a:off x="2480977" y="1673361"/>
              <a:ext cx="16510" cy="18180"/>
            </a:xfrm>
            <a:custGeom>
              <a:rect b="b" l="l" r="r" t="t"/>
              <a:pathLst>
                <a:path extrusionOk="0" h="1339" w="1216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5"/>
            <p:cNvSpPr/>
            <p:nvPr/>
          </p:nvSpPr>
          <p:spPr>
            <a:xfrm>
              <a:off x="2278156" y="2042506"/>
              <a:ext cx="20651" cy="18846"/>
            </a:xfrm>
            <a:custGeom>
              <a:rect b="b" l="l" r="r" t="t"/>
              <a:pathLst>
                <a:path extrusionOk="0" h="1388" w="1521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2095159" y="1526222"/>
              <a:ext cx="2009" cy="1344"/>
            </a:xfrm>
            <a:custGeom>
              <a:rect b="b" l="l" r="r" t="t"/>
              <a:pathLst>
                <a:path extrusionOk="0" h="99" w="148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2217030" y="1745010"/>
              <a:ext cx="1874" cy="394"/>
            </a:xfrm>
            <a:custGeom>
              <a:rect b="b" l="l" r="r" t="t"/>
              <a:pathLst>
                <a:path extrusionOk="0" h="29" w="138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2294517" y="2116096"/>
              <a:ext cx="8377" cy="33360"/>
            </a:xfrm>
            <a:custGeom>
              <a:rect b="b" l="l" r="r" t="t"/>
              <a:pathLst>
                <a:path extrusionOk="0" h="2457" w="617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2250119" y="1665337"/>
              <a:ext cx="104438" cy="51540"/>
            </a:xfrm>
            <a:custGeom>
              <a:rect b="b" l="l" r="r" t="t"/>
              <a:pathLst>
                <a:path extrusionOk="0" h="3796" w="7692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5"/>
            <p:cNvSpPr/>
            <p:nvPr/>
          </p:nvSpPr>
          <p:spPr>
            <a:xfrm>
              <a:off x="2259243" y="2070557"/>
              <a:ext cx="13034" cy="35342"/>
            </a:xfrm>
            <a:custGeom>
              <a:rect b="b" l="l" r="r" t="t"/>
              <a:pathLst>
                <a:path extrusionOk="0" h="2603" w="96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5"/>
            <p:cNvSpPr/>
            <p:nvPr/>
          </p:nvSpPr>
          <p:spPr>
            <a:xfrm>
              <a:off x="1664562" y="2045086"/>
              <a:ext cx="3435" cy="4711"/>
            </a:xfrm>
            <a:custGeom>
              <a:rect b="b" l="l" r="r" t="t"/>
              <a:pathLst>
                <a:path extrusionOk="0" h="347" w="253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5"/>
            <p:cNvSpPr/>
            <p:nvPr/>
          </p:nvSpPr>
          <p:spPr>
            <a:xfrm>
              <a:off x="1423480" y="1702037"/>
              <a:ext cx="30142" cy="11880"/>
            </a:xfrm>
            <a:custGeom>
              <a:rect b="b" l="l" r="r" t="t"/>
              <a:pathLst>
                <a:path extrusionOk="0" h="875" w="222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5"/>
            <p:cNvSpPr/>
            <p:nvPr/>
          </p:nvSpPr>
          <p:spPr>
            <a:xfrm>
              <a:off x="1110233" y="1631597"/>
              <a:ext cx="22498" cy="29097"/>
            </a:xfrm>
            <a:custGeom>
              <a:rect b="b" l="l" r="r" t="t"/>
              <a:pathLst>
                <a:path extrusionOk="0" h="2143" w="1657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5"/>
            <p:cNvSpPr/>
            <p:nvPr/>
          </p:nvSpPr>
          <p:spPr>
            <a:xfrm>
              <a:off x="1475522" y="1731935"/>
              <a:ext cx="1059" cy="1914"/>
            </a:xfrm>
            <a:custGeom>
              <a:rect b="b" l="l" r="r" t="t"/>
              <a:pathLst>
                <a:path extrusionOk="0" h="141" w="78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5"/>
            <p:cNvSpPr/>
            <p:nvPr/>
          </p:nvSpPr>
          <p:spPr>
            <a:xfrm>
              <a:off x="1389726" y="1671094"/>
              <a:ext cx="58858" cy="39483"/>
            </a:xfrm>
            <a:custGeom>
              <a:rect b="b" l="l" r="r" t="t"/>
              <a:pathLst>
                <a:path extrusionOk="0" h="2908" w="4335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5"/>
            <p:cNvSpPr/>
            <p:nvPr/>
          </p:nvSpPr>
          <p:spPr>
            <a:xfrm>
              <a:off x="1309917" y="1312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5"/>
            <p:cNvSpPr/>
            <p:nvPr/>
          </p:nvSpPr>
          <p:spPr>
            <a:xfrm>
              <a:off x="1507986" y="1447255"/>
              <a:ext cx="18601" cy="10482"/>
            </a:xfrm>
            <a:custGeom>
              <a:rect b="b" l="l" r="r" t="t"/>
              <a:pathLst>
                <a:path extrusionOk="0" h="772" w="137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5"/>
            <p:cNvSpPr/>
            <p:nvPr/>
          </p:nvSpPr>
          <p:spPr>
            <a:xfrm>
              <a:off x="1328559" y="1417113"/>
              <a:ext cx="4236" cy="937"/>
            </a:xfrm>
            <a:custGeom>
              <a:rect b="b" l="l" r="r" t="t"/>
              <a:pathLst>
                <a:path extrusionOk="0" h="69" w="312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1359407" y="1645812"/>
              <a:ext cx="55247" cy="22335"/>
            </a:xfrm>
            <a:custGeom>
              <a:rect b="b" l="l" r="r" t="t"/>
              <a:pathLst>
                <a:path extrusionOk="0" h="1645" w="4069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1451571" y="1689858"/>
              <a:ext cx="24589" cy="7454"/>
            </a:xfrm>
            <a:custGeom>
              <a:rect b="b" l="l" r="r" t="t"/>
              <a:pathLst>
                <a:path extrusionOk="0" h="549" w="1811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1051157" y="1420222"/>
              <a:ext cx="5241" cy="3965"/>
            </a:xfrm>
            <a:custGeom>
              <a:rect b="b" l="l" r="r" t="t"/>
              <a:pathLst>
                <a:path extrusionOk="0" h="292" w="386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5"/>
            <p:cNvSpPr/>
            <p:nvPr/>
          </p:nvSpPr>
          <p:spPr>
            <a:xfrm>
              <a:off x="1513458" y="2479960"/>
              <a:ext cx="11663" cy="15465"/>
            </a:xfrm>
            <a:custGeom>
              <a:rect b="b" l="l" r="r" t="t"/>
              <a:pathLst>
                <a:path extrusionOk="0" h="1139" w="859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1506995" y="2482186"/>
              <a:ext cx="4956" cy="2743"/>
            </a:xfrm>
            <a:custGeom>
              <a:rect b="b" l="l" r="r" t="t"/>
              <a:pathLst>
                <a:path extrusionOk="0" h="202" w="365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1039073" y="1557966"/>
              <a:ext cx="1344" cy="4155"/>
            </a:xfrm>
            <a:custGeom>
              <a:rect b="b" l="l" r="r" t="t"/>
              <a:pathLst>
                <a:path extrusionOk="0" h="306" w="99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5"/>
            <p:cNvSpPr/>
            <p:nvPr/>
          </p:nvSpPr>
          <p:spPr>
            <a:xfrm>
              <a:off x="1493960" y="2432982"/>
              <a:ext cx="1589" cy="1168"/>
            </a:xfrm>
            <a:custGeom>
              <a:rect b="b" l="l" r="r" t="t"/>
              <a:pathLst>
                <a:path extrusionOk="0" h="86" w="117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1496866" y="2484630"/>
              <a:ext cx="7006" cy="4331"/>
            </a:xfrm>
            <a:custGeom>
              <a:rect b="b" l="l" r="r" t="t"/>
              <a:pathLst>
                <a:path extrusionOk="0" h="319" w="516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5"/>
            <p:cNvSpPr/>
            <p:nvPr/>
          </p:nvSpPr>
          <p:spPr>
            <a:xfrm>
              <a:off x="1412930" y="1447825"/>
              <a:ext cx="2200" cy="1643"/>
            </a:xfrm>
            <a:custGeom>
              <a:rect b="b" l="l" r="r" t="t"/>
              <a:pathLst>
                <a:path extrusionOk="0" h="121" w="162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5"/>
            <p:cNvSpPr/>
            <p:nvPr/>
          </p:nvSpPr>
          <p:spPr>
            <a:xfrm>
              <a:off x="1375700" y="1460860"/>
              <a:ext cx="14419" cy="6721"/>
            </a:xfrm>
            <a:custGeom>
              <a:rect b="b" l="l" r="r" t="t"/>
              <a:pathLst>
                <a:path extrusionOk="0" h="495" w="1062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5"/>
            <p:cNvSpPr/>
            <p:nvPr/>
          </p:nvSpPr>
          <p:spPr>
            <a:xfrm>
              <a:off x="1518536" y="1659444"/>
              <a:ext cx="3150" cy="2729"/>
            </a:xfrm>
            <a:custGeom>
              <a:rect b="b" l="l" r="r" t="t"/>
              <a:pathLst>
                <a:path extrusionOk="0" h="201" w="232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5"/>
            <p:cNvSpPr/>
            <p:nvPr/>
          </p:nvSpPr>
          <p:spPr>
            <a:xfrm>
              <a:off x="2136230" y="2173135"/>
              <a:ext cx="92123" cy="91879"/>
            </a:xfrm>
            <a:custGeom>
              <a:rect b="b" l="l" r="r" t="t"/>
              <a:pathLst>
                <a:path extrusionOk="0" h="6767" w="6785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2231110" y="2162816"/>
              <a:ext cx="55953" cy="49734"/>
            </a:xfrm>
            <a:custGeom>
              <a:rect b="b" l="l" r="r" t="t"/>
              <a:pathLst>
                <a:path extrusionOk="0" h="3663" w="4121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5"/>
            <p:cNvSpPr/>
            <p:nvPr/>
          </p:nvSpPr>
          <p:spPr>
            <a:xfrm>
              <a:off x="2193500" y="2179503"/>
              <a:ext cx="64425" cy="69177"/>
            </a:xfrm>
            <a:custGeom>
              <a:rect b="b" l="l" r="r" t="t"/>
              <a:pathLst>
                <a:path extrusionOk="0" h="5095" w="4745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>
              <a:off x="2229155" y="217950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5"/>
            <p:cNvSpPr/>
            <p:nvPr/>
          </p:nvSpPr>
          <p:spPr>
            <a:xfrm>
              <a:off x="2229209" y="217950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5"/>
            <p:cNvSpPr/>
            <p:nvPr/>
          </p:nvSpPr>
          <p:spPr>
            <a:xfrm>
              <a:off x="2257776" y="221006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>
              <a:off x="2257491" y="2209455"/>
              <a:ext cx="95" cy="149"/>
            </a:xfrm>
            <a:custGeom>
              <a:rect b="b" l="l" r="r" t="t"/>
              <a:pathLst>
                <a:path extrusionOk="0" h="11" w="7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>
              <a:off x="2233106" y="218340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5"/>
            <p:cNvSpPr/>
            <p:nvPr/>
          </p:nvSpPr>
          <p:spPr>
            <a:xfrm>
              <a:off x="2257871" y="2210406"/>
              <a:ext cx="0" cy="149"/>
            </a:xfrm>
            <a:custGeom>
              <a:rect b="b" l="l" r="r" t="t"/>
              <a:pathLst>
                <a:path extrusionOk="0" h="11" w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2249589" y="2206645"/>
              <a:ext cx="3965" cy="1874"/>
            </a:xfrm>
            <a:custGeom>
              <a:rect b="b" l="l" r="r" t="t"/>
              <a:pathLst>
                <a:path extrusionOk="0" h="138" w="292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5"/>
            <p:cNvSpPr/>
            <p:nvPr/>
          </p:nvSpPr>
          <p:spPr>
            <a:xfrm>
              <a:off x="2257681" y="220974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229915" y="218050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230200" y="2180834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229399" y="2179843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229684" y="21801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230485" y="2181173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2232156" y="218283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2231870" y="2182545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2232821" y="2183264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2231205" y="218197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2231531" y="2182259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2230771" y="21815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5"/>
            <p:cNvSpPr/>
            <p:nvPr/>
          </p:nvSpPr>
          <p:spPr>
            <a:xfrm>
              <a:off x="2232481" y="2183074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5"/>
            <p:cNvSpPr/>
            <p:nvPr/>
          </p:nvSpPr>
          <p:spPr>
            <a:xfrm>
              <a:off x="2271462" y="2241294"/>
              <a:ext cx="8133" cy="10523"/>
            </a:xfrm>
            <a:custGeom>
              <a:rect b="b" l="l" r="r" t="t"/>
              <a:pathLst>
                <a:path extrusionOk="0" h="775" w="599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5"/>
            <p:cNvSpPr/>
            <p:nvPr/>
          </p:nvSpPr>
          <p:spPr>
            <a:xfrm>
              <a:off x="2244837" y="2263697"/>
              <a:ext cx="14704" cy="14922"/>
            </a:xfrm>
            <a:custGeom>
              <a:rect b="b" l="l" r="r" t="t"/>
              <a:pathLst>
                <a:path extrusionOk="0" h="1099" w="1083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5"/>
            <p:cNvSpPr/>
            <p:nvPr/>
          </p:nvSpPr>
          <p:spPr>
            <a:xfrm>
              <a:off x="2168694" y="2212021"/>
              <a:ext cx="116509" cy="102252"/>
            </a:xfrm>
            <a:custGeom>
              <a:rect b="b" l="l" r="r" t="t"/>
              <a:pathLst>
                <a:path extrusionOk="0" h="7531" w="8581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2185707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5"/>
            <p:cNvSpPr/>
            <p:nvPr/>
          </p:nvSpPr>
          <p:spPr>
            <a:xfrm>
              <a:off x="2169780" y="226402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5"/>
            <p:cNvSpPr/>
            <p:nvPr/>
          </p:nvSpPr>
          <p:spPr>
            <a:xfrm>
              <a:off x="2182435" y="2266725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2184336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2186236" y="2266779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2169265" y="2264159"/>
              <a:ext cx="394" cy="68"/>
            </a:xfrm>
            <a:custGeom>
              <a:rect b="b" l="l" r="r" t="t"/>
              <a:pathLst>
                <a:path extrusionOk="0" h="5" w="29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2168640" y="2264213"/>
              <a:ext cx="543" cy="41"/>
            </a:xfrm>
            <a:custGeom>
              <a:rect b="b" l="l" r="r" t="t"/>
              <a:pathLst>
                <a:path extrusionOk="0" h="3" w="4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2170161" y="2262883"/>
              <a:ext cx="869" cy="1100"/>
            </a:xfrm>
            <a:custGeom>
              <a:rect b="b" l="l" r="r" t="t"/>
              <a:pathLst>
                <a:path extrusionOk="0" h="81" w="64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2188178" y="2266019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2187893" y="226625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2187608" y="226644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5"/>
            <p:cNvSpPr/>
            <p:nvPr/>
          </p:nvSpPr>
          <p:spPr>
            <a:xfrm>
              <a:off x="2186712" y="22667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5"/>
            <p:cNvSpPr/>
            <p:nvPr/>
          </p:nvSpPr>
          <p:spPr>
            <a:xfrm>
              <a:off x="2259012" y="2212062"/>
              <a:ext cx="14840" cy="2349"/>
            </a:xfrm>
            <a:custGeom>
              <a:rect b="b" l="l" r="r" t="t"/>
              <a:pathLst>
                <a:path extrusionOk="0" h="173" w="1093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5"/>
            <p:cNvSpPr/>
            <p:nvPr/>
          </p:nvSpPr>
          <p:spPr>
            <a:xfrm>
              <a:off x="2201728" y="22503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2193881" y="2234886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>
              <a:off x="2203113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>
              <a:off x="2195021" y="223568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>
              <a:off x="2195211" y="22359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>
              <a:off x="2200927" y="2250228"/>
              <a:ext cx="95" cy="14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2194600" y="22353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2194315" y="22351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5"/>
            <p:cNvSpPr/>
            <p:nvPr/>
          </p:nvSpPr>
          <p:spPr>
            <a:xfrm>
              <a:off x="2203588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5"/>
            <p:cNvSpPr/>
            <p:nvPr/>
          </p:nvSpPr>
          <p:spPr>
            <a:xfrm>
              <a:off x="2195116" y="22358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2194831" y="223549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2206005" y="224946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2205625" y="22497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2258102" y="221329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5"/>
            <p:cNvSpPr/>
            <p:nvPr/>
          </p:nvSpPr>
          <p:spPr>
            <a:xfrm>
              <a:off x="2257722" y="2213732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5"/>
            <p:cNvSpPr/>
            <p:nvPr/>
          </p:nvSpPr>
          <p:spPr>
            <a:xfrm>
              <a:off x="2257152" y="221453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5"/>
            <p:cNvSpPr/>
            <p:nvPr/>
          </p:nvSpPr>
          <p:spPr>
            <a:xfrm>
              <a:off x="2257437" y="2214153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5"/>
            <p:cNvSpPr/>
            <p:nvPr/>
          </p:nvSpPr>
          <p:spPr>
            <a:xfrm>
              <a:off x="2258482" y="2212687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5"/>
            <p:cNvSpPr/>
            <p:nvPr/>
          </p:nvSpPr>
          <p:spPr>
            <a:xfrm>
              <a:off x="2204865" y="22501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5"/>
            <p:cNvSpPr/>
            <p:nvPr/>
          </p:nvSpPr>
          <p:spPr>
            <a:xfrm>
              <a:off x="2258822" y="221221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5"/>
            <p:cNvSpPr/>
            <p:nvPr/>
          </p:nvSpPr>
          <p:spPr>
            <a:xfrm>
              <a:off x="2193460" y="22346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2205245" y="224994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2204485" y="225028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2278916" y="225289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2279256" y="225265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2279772" y="22519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5"/>
            <p:cNvSpPr/>
            <p:nvPr/>
          </p:nvSpPr>
          <p:spPr>
            <a:xfrm>
              <a:off x="2279541" y="225231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5"/>
            <p:cNvSpPr/>
            <p:nvPr/>
          </p:nvSpPr>
          <p:spPr>
            <a:xfrm>
              <a:off x="2276445" y="22536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2280301" y="22507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2280111" y="2251043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5"/>
            <p:cNvSpPr/>
            <p:nvPr/>
          </p:nvSpPr>
          <p:spPr>
            <a:xfrm>
              <a:off x="2279962" y="2251613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5"/>
            <p:cNvSpPr/>
            <p:nvPr/>
          </p:nvSpPr>
          <p:spPr>
            <a:xfrm>
              <a:off x="2278536" y="2253134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2276119" y="223958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2277111" y="2239869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276595" y="2239679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5"/>
            <p:cNvSpPr/>
            <p:nvPr/>
          </p:nvSpPr>
          <p:spPr>
            <a:xfrm>
              <a:off x="2277735" y="224015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5"/>
            <p:cNvSpPr/>
            <p:nvPr/>
          </p:nvSpPr>
          <p:spPr>
            <a:xfrm>
              <a:off x="2278210" y="2240439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2278726" y="224077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5"/>
            <p:cNvSpPr/>
            <p:nvPr/>
          </p:nvSpPr>
          <p:spPr>
            <a:xfrm>
              <a:off x="2278210" y="22532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5"/>
            <p:cNvSpPr/>
            <p:nvPr/>
          </p:nvSpPr>
          <p:spPr>
            <a:xfrm>
              <a:off x="2277396" y="225346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5"/>
            <p:cNvSpPr/>
            <p:nvPr/>
          </p:nvSpPr>
          <p:spPr>
            <a:xfrm>
              <a:off x="2276921" y="2253514"/>
              <a:ext cx="394" cy="54"/>
            </a:xfrm>
            <a:custGeom>
              <a:rect b="b" l="l" r="r" t="t"/>
              <a:pathLst>
                <a:path extrusionOk="0" h="4" w="29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2277776" y="2253419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5"/>
            <p:cNvSpPr/>
            <p:nvPr/>
          </p:nvSpPr>
          <p:spPr>
            <a:xfrm>
              <a:off x="2276595" y="225360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5"/>
            <p:cNvSpPr/>
            <p:nvPr/>
          </p:nvSpPr>
          <p:spPr>
            <a:xfrm>
              <a:off x="2275644" y="22535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5"/>
            <p:cNvSpPr/>
            <p:nvPr/>
          </p:nvSpPr>
          <p:spPr>
            <a:xfrm>
              <a:off x="2252019" y="2279556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5"/>
            <p:cNvSpPr/>
            <p:nvPr/>
          </p:nvSpPr>
          <p:spPr>
            <a:xfrm>
              <a:off x="2252155" y="2275999"/>
              <a:ext cx="1589" cy="3476"/>
            </a:xfrm>
            <a:custGeom>
              <a:rect b="b" l="l" r="r" t="t"/>
              <a:pathLst>
                <a:path extrusionOk="0" h="256" w="117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5"/>
            <p:cNvSpPr/>
            <p:nvPr/>
          </p:nvSpPr>
          <p:spPr>
            <a:xfrm>
              <a:off x="2256867" y="2263589"/>
              <a:ext cx="1589" cy="1494"/>
            </a:xfrm>
            <a:custGeom>
              <a:rect b="b" l="l" r="r" t="t"/>
              <a:pathLst>
                <a:path extrusionOk="0" h="110" w="117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5"/>
            <p:cNvSpPr/>
            <p:nvPr/>
          </p:nvSpPr>
          <p:spPr>
            <a:xfrm>
              <a:off x="2136461" y="2088588"/>
              <a:ext cx="84819" cy="89883"/>
            </a:xfrm>
            <a:custGeom>
              <a:rect b="b" l="l" r="r" t="t"/>
              <a:pathLst>
                <a:path extrusionOk="0" h="6620" w="6247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2193595" y="217727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2185897" y="217769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2200113" y="2177372"/>
              <a:ext cx="625" cy="109"/>
            </a:xfrm>
            <a:custGeom>
              <a:rect b="b" l="l" r="r" t="t"/>
              <a:pathLst>
                <a:path extrusionOk="0" h="8" w="46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5"/>
            <p:cNvSpPr/>
            <p:nvPr/>
          </p:nvSpPr>
          <p:spPr>
            <a:xfrm>
              <a:off x="2192889" y="2177317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5"/>
            <p:cNvSpPr/>
            <p:nvPr/>
          </p:nvSpPr>
          <p:spPr>
            <a:xfrm>
              <a:off x="2197492" y="2177277"/>
              <a:ext cx="774" cy="14"/>
            </a:xfrm>
            <a:custGeom>
              <a:rect b="b" l="l" r="r" t="t"/>
              <a:pathLst>
                <a:path extrusionOk="0" h="1" w="57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5"/>
            <p:cNvSpPr/>
            <p:nvPr/>
          </p:nvSpPr>
          <p:spPr>
            <a:xfrm>
              <a:off x="2198497" y="2177277"/>
              <a:ext cx="679" cy="54"/>
            </a:xfrm>
            <a:custGeom>
              <a:rect b="b" l="l" r="r" t="t"/>
              <a:pathLst>
                <a:path extrusionOk="0" h="4" w="5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5"/>
            <p:cNvSpPr/>
            <p:nvPr/>
          </p:nvSpPr>
          <p:spPr>
            <a:xfrm>
              <a:off x="219726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5"/>
            <p:cNvSpPr/>
            <p:nvPr/>
          </p:nvSpPr>
          <p:spPr>
            <a:xfrm>
              <a:off x="2195401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5"/>
            <p:cNvSpPr/>
            <p:nvPr/>
          </p:nvSpPr>
          <p:spPr>
            <a:xfrm>
              <a:off x="2136421" y="2173421"/>
              <a:ext cx="679" cy="149"/>
            </a:xfrm>
            <a:custGeom>
              <a:rect b="b" l="l" r="r" t="t"/>
              <a:pathLst>
                <a:path extrusionOk="0" h="11" w="5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5"/>
            <p:cNvSpPr/>
            <p:nvPr/>
          </p:nvSpPr>
          <p:spPr>
            <a:xfrm>
              <a:off x="2199257" y="2177317"/>
              <a:ext cx="679" cy="68"/>
            </a:xfrm>
            <a:custGeom>
              <a:rect b="b" l="l" r="r" t="t"/>
              <a:pathLst>
                <a:path extrusionOk="0" h="5" w="5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5"/>
            <p:cNvSpPr/>
            <p:nvPr/>
          </p:nvSpPr>
          <p:spPr>
            <a:xfrm>
              <a:off x="2187852" y="2177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5"/>
            <p:cNvSpPr/>
            <p:nvPr/>
          </p:nvSpPr>
          <p:spPr>
            <a:xfrm>
              <a:off x="2187323" y="217760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5"/>
            <p:cNvSpPr/>
            <p:nvPr/>
          </p:nvSpPr>
          <p:spPr>
            <a:xfrm>
              <a:off x="2186847" y="217760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5"/>
            <p:cNvSpPr/>
            <p:nvPr/>
          </p:nvSpPr>
          <p:spPr>
            <a:xfrm>
              <a:off x="2200832" y="2177467"/>
              <a:ext cx="475" cy="109"/>
            </a:xfrm>
            <a:custGeom>
              <a:rect b="b" l="l" r="r" t="t"/>
              <a:pathLst>
                <a:path extrusionOk="0" h="8" w="35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5"/>
            <p:cNvSpPr/>
            <p:nvPr/>
          </p:nvSpPr>
          <p:spPr>
            <a:xfrm>
              <a:off x="2186372" y="217765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5"/>
            <p:cNvSpPr/>
            <p:nvPr/>
          </p:nvSpPr>
          <p:spPr>
            <a:xfrm>
              <a:off x="2192075" y="2177317"/>
              <a:ext cx="489" cy="14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/>
            <p:nvPr/>
          </p:nvSpPr>
          <p:spPr>
            <a:xfrm>
              <a:off x="2191219" y="217737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5"/>
            <p:cNvSpPr/>
            <p:nvPr/>
          </p:nvSpPr>
          <p:spPr>
            <a:xfrm>
              <a:off x="2190513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5"/>
            <p:cNvSpPr/>
            <p:nvPr/>
          </p:nvSpPr>
          <p:spPr>
            <a:xfrm>
              <a:off x="2189223" y="217746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5"/>
            <p:cNvSpPr/>
            <p:nvPr/>
          </p:nvSpPr>
          <p:spPr>
            <a:xfrm>
              <a:off x="2188558" y="217750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/>
            <p:nvPr/>
          </p:nvSpPr>
          <p:spPr>
            <a:xfrm>
              <a:off x="2189889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5"/>
            <p:cNvSpPr/>
            <p:nvPr/>
          </p:nvSpPr>
          <p:spPr>
            <a:xfrm>
              <a:off x="2194695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5"/>
            <p:cNvSpPr/>
            <p:nvPr/>
          </p:nvSpPr>
          <p:spPr>
            <a:xfrm>
              <a:off x="219597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5"/>
            <p:cNvSpPr/>
            <p:nvPr/>
          </p:nvSpPr>
          <p:spPr>
            <a:xfrm>
              <a:off x="2201973" y="2177697"/>
              <a:ext cx="339" cy="163"/>
            </a:xfrm>
            <a:custGeom>
              <a:rect b="b" l="l" r="r" t="t"/>
              <a:pathLst>
                <a:path extrusionOk="0" h="12" w="25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/>
            <p:nvPr/>
          </p:nvSpPr>
          <p:spPr>
            <a:xfrm>
              <a:off x="2201402" y="217756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2207865" y="2106307"/>
              <a:ext cx="83624" cy="72463"/>
            </a:xfrm>
            <a:custGeom>
              <a:rect b="b" l="l" r="r" t="t"/>
              <a:pathLst>
                <a:path extrusionOk="0" h="5337" w="6159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2229915" y="21769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229250" y="217566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2230065" y="217741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2229494" y="2175892"/>
              <a:ext cx="95" cy="109"/>
            </a:xfrm>
            <a:custGeom>
              <a:rect b="b" l="l" r="r" t="t"/>
              <a:pathLst>
                <a:path extrusionOk="0" h="8" w="7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5"/>
            <p:cNvSpPr/>
            <p:nvPr/>
          </p:nvSpPr>
          <p:spPr>
            <a:xfrm>
              <a:off x="2228965" y="2175566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2230010" y="217718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2229915" y="21768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2229793" y="2176353"/>
              <a:ext cx="95" cy="177"/>
            </a:xfrm>
            <a:custGeom>
              <a:rect b="b" l="l" r="r" t="t"/>
              <a:pathLst>
                <a:path extrusionOk="0" h="13" w="7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2229684" y="217608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2218836" y="2175172"/>
              <a:ext cx="10142" cy="733"/>
            </a:xfrm>
            <a:custGeom>
              <a:rect b="b" l="l" r="r" t="t"/>
              <a:pathLst>
                <a:path extrusionOk="0" h="54" w="747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2261483" y="2161065"/>
              <a:ext cx="5051" cy="149"/>
            </a:xfrm>
            <a:custGeom>
              <a:rect b="b" l="l" r="r" t="t"/>
              <a:pathLst>
                <a:path extrusionOk="0" h="11" w="372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5"/>
            <p:cNvSpPr/>
            <p:nvPr/>
          </p:nvSpPr>
          <p:spPr>
            <a:xfrm>
              <a:off x="2231816" y="2177032"/>
              <a:ext cx="584" cy="109"/>
            </a:xfrm>
            <a:custGeom>
              <a:rect b="b" l="l" r="r" t="t"/>
              <a:pathLst>
                <a:path extrusionOk="0" h="8" w="43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5"/>
            <p:cNvSpPr/>
            <p:nvPr/>
          </p:nvSpPr>
          <p:spPr>
            <a:xfrm>
              <a:off x="2231056" y="2177127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5"/>
            <p:cNvSpPr/>
            <p:nvPr/>
          </p:nvSpPr>
          <p:spPr>
            <a:xfrm>
              <a:off x="2230105" y="2177277"/>
              <a:ext cx="774" cy="204"/>
            </a:xfrm>
            <a:custGeom>
              <a:rect b="b" l="l" r="r" t="t"/>
              <a:pathLst>
                <a:path extrusionOk="0" h="15" w="57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5"/>
            <p:cNvSpPr/>
            <p:nvPr/>
          </p:nvSpPr>
          <p:spPr>
            <a:xfrm>
              <a:off x="2232536" y="2177032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2233106" y="2176991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2258672" y="2052499"/>
              <a:ext cx="12464" cy="10170"/>
            </a:xfrm>
            <a:custGeom>
              <a:rect b="b" l="l" r="r" t="t"/>
              <a:pathLst>
                <a:path extrusionOk="0" h="749" w="918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5"/>
            <p:cNvSpPr/>
            <p:nvPr/>
          </p:nvSpPr>
          <p:spPr>
            <a:xfrm>
              <a:off x="2348080" y="1953764"/>
              <a:ext cx="75016" cy="100080"/>
            </a:xfrm>
            <a:custGeom>
              <a:rect b="b" l="l" r="r" t="t"/>
              <a:pathLst>
                <a:path extrusionOk="0" h="7371" w="5525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5"/>
            <p:cNvSpPr/>
            <p:nvPr/>
          </p:nvSpPr>
          <p:spPr>
            <a:xfrm>
              <a:off x="1953274" y="1764276"/>
              <a:ext cx="85620" cy="66543"/>
            </a:xfrm>
            <a:custGeom>
              <a:rect b="b" l="l" r="r" t="t"/>
              <a:pathLst>
                <a:path extrusionOk="0" h="4901" w="6306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5"/>
            <p:cNvSpPr/>
            <p:nvPr/>
          </p:nvSpPr>
          <p:spPr>
            <a:xfrm>
              <a:off x="2104473" y="1751839"/>
              <a:ext cx="29151" cy="57216"/>
            </a:xfrm>
            <a:custGeom>
              <a:rect b="b" l="l" r="r" t="t"/>
              <a:pathLst>
                <a:path extrusionOk="0" h="4214" w="2147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5"/>
            <p:cNvSpPr/>
            <p:nvPr/>
          </p:nvSpPr>
          <p:spPr>
            <a:xfrm>
              <a:off x="1983932" y="1753020"/>
              <a:ext cx="152883" cy="146433"/>
            </a:xfrm>
            <a:custGeom>
              <a:rect b="b" l="l" r="r" t="t"/>
              <a:pathLst>
                <a:path extrusionOk="0" h="10785" w="1126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2000849" y="18146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5"/>
            <p:cNvSpPr/>
            <p:nvPr/>
          </p:nvSpPr>
          <p:spPr>
            <a:xfrm>
              <a:off x="2021202" y="1799102"/>
              <a:ext cx="149" cy="869"/>
            </a:xfrm>
            <a:custGeom>
              <a:rect b="b" l="l" r="r" t="t"/>
              <a:pathLst>
                <a:path extrusionOk="0" h="64" w="11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5"/>
            <p:cNvSpPr/>
            <p:nvPr/>
          </p:nvSpPr>
          <p:spPr>
            <a:xfrm>
              <a:off x="2034372" y="177129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1995581" y="1816645"/>
              <a:ext cx="1534" cy="299"/>
            </a:xfrm>
            <a:custGeom>
              <a:rect b="b" l="l" r="r" t="t"/>
              <a:pathLst>
                <a:path extrusionOk="0" h="22" w="113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034603" y="177177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5"/>
            <p:cNvSpPr/>
            <p:nvPr/>
          </p:nvSpPr>
          <p:spPr>
            <a:xfrm>
              <a:off x="2034182" y="177105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1997672" y="1816115"/>
              <a:ext cx="2675" cy="611"/>
            </a:xfrm>
            <a:custGeom>
              <a:rect b="b" l="l" r="r" t="t"/>
              <a:pathLst>
                <a:path extrusionOk="0" h="45" w="197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027950" y="1795491"/>
              <a:ext cx="8282" cy="434"/>
            </a:xfrm>
            <a:custGeom>
              <a:rect b="b" l="l" r="r" t="t"/>
              <a:pathLst>
                <a:path extrusionOk="0" h="32" w="61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110135" y="1764018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110270" y="1764493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5"/>
            <p:cNvSpPr/>
            <p:nvPr/>
          </p:nvSpPr>
          <p:spPr>
            <a:xfrm>
              <a:off x="2110080" y="1763448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5"/>
            <p:cNvSpPr/>
            <p:nvPr/>
          </p:nvSpPr>
          <p:spPr>
            <a:xfrm>
              <a:off x="2110039" y="1759836"/>
              <a:ext cx="14" cy="448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5"/>
            <p:cNvSpPr/>
            <p:nvPr/>
          </p:nvSpPr>
          <p:spPr>
            <a:xfrm>
              <a:off x="2110039" y="1762878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5"/>
            <p:cNvSpPr/>
            <p:nvPr/>
          </p:nvSpPr>
          <p:spPr>
            <a:xfrm>
              <a:off x="2119218" y="18097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5"/>
            <p:cNvSpPr/>
            <p:nvPr/>
          </p:nvSpPr>
          <p:spPr>
            <a:xfrm>
              <a:off x="2110555" y="176534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5"/>
            <p:cNvSpPr/>
            <p:nvPr/>
          </p:nvSpPr>
          <p:spPr>
            <a:xfrm>
              <a:off x="2119028" y="180898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2110365" y="1764969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5"/>
            <p:cNvSpPr/>
            <p:nvPr/>
          </p:nvSpPr>
          <p:spPr>
            <a:xfrm>
              <a:off x="2110080" y="1758981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5"/>
            <p:cNvSpPr/>
            <p:nvPr/>
          </p:nvSpPr>
          <p:spPr>
            <a:xfrm>
              <a:off x="2109985" y="1762212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109985" y="176069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109985" y="176145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110705" y="1765688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2110135" y="1757990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2110230" y="17569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2110365" y="1755899"/>
              <a:ext cx="68" cy="530"/>
            </a:xfrm>
            <a:custGeom>
              <a:rect b="b" l="l" r="r" t="t"/>
              <a:pathLst>
                <a:path extrusionOk="0" h="39" w="5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2110515" y="1754704"/>
              <a:ext cx="54" cy="638"/>
            </a:xfrm>
            <a:custGeom>
              <a:rect b="b" l="l" r="r" t="t"/>
              <a:pathLst>
                <a:path extrusionOk="0" h="47" w="4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2119734" y="1788268"/>
              <a:ext cx="110385" cy="105294"/>
            </a:xfrm>
            <a:custGeom>
              <a:rect b="b" l="l" r="r" t="t"/>
              <a:pathLst>
                <a:path extrusionOk="0" h="7755" w="813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2135375" y="179016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2127962" y="1796916"/>
              <a:ext cx="434" cy="434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2128573" y="17965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2135416" y="1789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2131668" y="179382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5"/>
            <p:cNvSpPr/>
            <p:nvPr/>
          </p:nvSpPr>
          <p:spPr>
            <a:xfrm>
              <a:off x="2131899" y="1793726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5"/>
            <p:cNvSpPr/>
            <p:nvPr/>
          </p:nvSpPr>
          <p:spPr>
            <a:xfrm>
              <a:off x="2131763" y="179382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2121825" y="1808036"/>
              <a:ext cx="2580" cy="2485"/>
            </a:xfrm>
            <a:custGeom>
              <a:rect b="b" l="l" r="r" t="t"/>
              <a:pathLst>
                <a:path extrusionOk="0" h="183" w="19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2120929" y="1810847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2135375" y="178963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2135470" y="17883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5"/>
            <p:cNvSpPr/>
            <p:nvPr/>
          </p:nvSpPr>
          <p:spPr>
            <a:xfrm>
              <a:off x="2120114" y="1812884"/>
              <a:ext cx="964" cy="1684"/>
            </a:xfrm>
            <a:custGeom>
              <a:rect b="b" l="l" r="r" t="t"/>
              <a:pathLst>
                <a:path extrusionOk="0" h="124" w="71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5"/>
            <p:cNvSpPr/>
            <p:nvPr/>
          </p:nvSpPr>
          <p:spPr>
            <a:xfrm>
              <a:off x="2137222" y="1859943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2134615" y="18574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2136706" y="1859034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2137466" y="1860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2119788" y="1811132"/>
              <a:ext cx="1195" cy="964"/>
            </a:xfrm>
            <a:custGeom>
              <a:rect b="b" l="l" r="r" t="t"/>
              <a:pathLst>
                <a:path extrusionOk="0" h="71" w="88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5"/>
            <p:cNvSpPr/>
            <p:nvPr/>
          </p:nvSpPr>
          <p:spPr>
            <a:xfrm>
              <a:off x="2137697" y="18610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5"/>
            <p:cNvSpPr/>
            <p:nvPr/>
          </p:nvSpPr>
          <p:spPr>
            <a:xfrm>
              <a:off x="2135036" y="1857567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2137982" y="1861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2138172" y="186226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5"/>
            <p:cNvSpPr/>
            <p:nvPr/>
          </p:nvSpPr>
          <p:spPr>
            <a:xfrm>
              <a:off x="2136081" y="185827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5"/>
            <p:cNvSpPr/>
            <p:nvPr/>
          </p:nvSpPr>
          <p:spPr>
            <a:xfrm>
              <a:off x="2136421" y="18586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5"/>
            <p:cNvSpPr/>
            <p:nvPr/>
          </p:nvSpPr>
          <p:spPr>
            <a:xfrm>
              <a:off x="2135755" y="185794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5"/>
            <p:cNvSpPr/>
            <p:nvPr/>
          </p:nvSpPr>
          <p:spPr>
            <a:xfrm>
              <a:off x="2119883" y="181240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5"/>
            <p:cNvSpPr/>
            <p:nvPr/>
          </p:nvSpPr>
          <p:spPr>
            <a:xfrm>
              <a:off x="2119788" y="18122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5"/>
            <p:cNvSpPr/>
            <p:nvPr/>
          </p:nvSpPr>
          <p:spPr>
            <a:xfrm>
              <a:off x="2135416" y="185770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5"/>
            <p:cNvSpPr/>
            <p:nvPr/>
          </p:nvSpPr>
          <p:spPr>
            <a:xfrm>
              <a:off x="2119978" y="1812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5"/>
            <p:cNvSpPr/>
            <p:nvPr/>
          </p:nvSpPr>
          <p:spPr>
            <a:xfrm>
              <a:off x="2136991" y="18594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2122449" y="1836183"/>
              <a:ext cx="584" cy="1534"/>
            </a:xfrm>
            <a:custGeom>
              <a:rect b="b" l="l" r="r" t="t"/>
              <a:pathLst>
                <a:path extrusionOk="0" h="113" w="43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2121730" y="1810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5"/>
            <p:cNvSpPr/>
            <p:nvPr/>
          </p:nvSpPr>
          <p:spPr>
            <a:xfrm>
              <a:off x="2138362" y="186298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5"/>
            <p:cNvSpPr/>
            <p:nvPr/>
          </p:nvSpPr>
          <p:spPr>
            <a:xfrm>
              <a:off x="2120779" y="1810562"/>
              <a:ext cx="1059" cy="720"/>
            </a:xfrm>
            <a:custGeom>
              <a:rect b="b" l="l" r="r" t="t"/>
              <a:pathLst>
                <a:path extrusionOk="0" h="53" w="78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1925087" y="1940173"/>
              <a:ext cx="16741" cy="4195"/>
            </a:xfrm>
            <a:custGeom>
              <a:rect b="b" l="l" r="r" t="t"/>
              <a:pathLst>
                <a:path extrusionOk="0" h="309" w="1233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5"/>
            <p:cNvSpPr/>
            <p:nvPr/>
          </p:nvSpPr>
          <p:spPr>
            <a:xfrm>
              <a:off x="1920484" y="1919467"/>
              <a:ext cx="41887" cy="31391"/>
            </a:xfrm>
            <a:custGeom>
              <a:rect b="b" l="l" r="r" t="t"/>
              <a:pathLst>
                <a:path extrusionOk="0" h="2312" w="3085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5"/>
            <p:cNvSpPr/>
            <p:nvPr/>
          </p:nvSpPr>
          <p:spPr>
            <a:xfrm>
              <a:off x="1924802" y="1946215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1925752" y="194606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1928943" y="194026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925752" y="1940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1932880" y="193918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1931835" y="1939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1925901" y="19460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25521" y="194612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1926947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1925087" y="1946160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1928033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1926037" y="19460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1929893" y="194013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1930884" y="1939888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1926132" y="19459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1928318" y="1943404"/>
              <a:ext cx="6911" cy="2349"/>
            </a:xfrm>
            <a:custGeom>
              <a:rect b="b" l="l" r="r" t="t"/>
              <a:pathLst>
                <a:path extrusionOk="0" h="173" w="509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1926607" y="1945834"/>
              <a:ext cx="1018" cy="149"/>
            </a:xfrm>
            <a:custGeom>
              <a:rect b="b" l="l" r="r" t="t"/>
              <a:pathLst>
                <a:path extrusionOk="0" h="11" w="75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927273" y="1949405"/>
              <a:ext cx="17936" cy="10224"/>
            </a:xfrm>
            <a:custGeom>
              <a:rect b="b" l="l" r="r" t="t"/>
              <a:pathLst>
                <a:path extrusionOk="0" h="753" w="1321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944856" y="194940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1945141" y="194950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27938" y="1950967"/>
              <a:ext cx="1018" cy="828"/>
            </a:xfrm>
            <a:custGeom>
              <a:rect b="b" l="l" r="r" t="t"/>
              <a:pathLst>
                <a:path extrusionOk="0" h="61" w="75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927612" y="1950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927843" y="19507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944666" y="19493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927802" y="195073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927748" y="195068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927137" y="19505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944475" y="19493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2156244" y="1961014"/>
              <a:ext cx="88987" cy="61547"/>
            </a:xfrm>
            <a:custGeom>
              <a:rect b="b" l="l" r="r" t="t"/>
              <a:pathLst>
                <a:path extrusionOk="0" h="4533" w="6554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2069728" y="1940363"/>
              <a:ext cx="85810" cy="69734"/>
            </a:xfrm>
            <a:custGeom>
              <a:rect b="b" l="l" r="r" t="t"/>
              <a:pathLst>
                <a:path extrusionOk="0" h="5136" w="632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055186" y="1951225"/>
              <a:ext cx="19973" cy="43584"/>
            </a:xfrm>
            <a:custGeom>
              <a:rect b="b" l="l" r="r" t="t"/>
              <a:pathLst>
                <a:path extrusionOk="0" h="3210" w="1471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74819" y="1958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2069972" y="199270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2074860" y="19588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2074670" y="19575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074385" y="195567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074480" y="1956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074344" y="1955244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2048669" y="1961041"/>
              <a:ext cx="11704" cy="36279"/>
            </a:xfrm>
            <a:custGeom>
              <a:rect b="b" l="l" r="r" t="t"/>
              <a:pathLst>
                <a:path extrusionOk="0" h="2672" w="862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054141" y="196598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054331" y="196632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2053476" y="1963417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2053326" y="1961897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060414" y="1992514"/>
              <a:ext cx="14" cy="774"/>
            </a:xfrm>
            <a:custGeom>
              <a:rect b="b" l="l" r="r" t="t"/>
              <a:pathLst>
                <a:path extrusionOk="0" h="57" w="1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2053666" y="196465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2053571" y="19640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053381" y="196271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2060319" y="1990369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2060319" y="1989378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058459" y="1972786"/>
              <a:ext cx="584" cy="1439"/>
            </a:xfrm>
            <a:custGeom>
              <a:rect b="b" l="l" r="r" t="t"/>
              <a:pathLst>
                <a:path extrusionOk="0" h="106" w="43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2054806" y="196693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2053951" y="196560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2060373" y="1991414"/>
              <a:ext cx="0" cy="679"/>
            </a:xfrm>
            <a:custGeom>
              <a:rect b="b" l="l" r="r" t="t"/>
              <a:pathLst>
                <a:path extrusionOk="0" h="50" w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53801" y="196512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2060224" y="1987477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060034" y="198386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2059939" y="198282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2060088" y="1984435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2059993" y="1983295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2060468" y="1993695"/>
              <a:ext cx="54" cy="923"/>
            </a:xfrm>
            <a:custGeom>
              <a:rect b="b" l="l" r="r" t="t"/>
              <a:pathLst>
                <a:path extrusionOk="0" h="68" w="4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2060183" y="1986621"/>
              <a:ext cx="0" cy="584"/>
            </a:xfrm>
            <a:custGeom>
              <a:rect b="b" l="l" r="r" t="t"/>
              <a:pathLst>
                <a:path extrusionOk="0" h="43" w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2060129" y="1985807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2060088" y="1985101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2054562" y="1966649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2060509" y="1994795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2055091" y="196717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2055376" y="196746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2059939" y="1982385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2060278" y="1988427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2056137" y="196788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2055757" y="19676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2153623" y="1945930"/>
              <a:ext cx="3720" cy="6381"/>
            </a:xfrm>
            <a:custGeom>
              <a:rect b="b" l="l" r="r" t="t"/>
              <a:pathLst>
                <a:path extrusionOk="0" h="470" w="274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2113366" y="1953723"/>
              <a:ext cx="52776" cy="75260"/>
            </a:xfrm>
            <a:custGeom>
              <a:rect b="b" l="l" r="r" t="t"/>
              <a:pathLst>
                <a:path extrusionOk="0" h="5543" w="3887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2165368" y="2023172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2165178" y="2022792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2159136" y="198890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2158715" y="1989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2158375" y="199017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2159611" y="198833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2161132" y="1986757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2160086" y="1987803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165884" y="202383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2160616" y="1987287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2165558" y="2023457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2157289" y="1953832"/>
              <a:ext cx="54" cy="855"/>
            </a:xfrm>
            <a:custGeom>
              <a:rect b="b" l="l" r="r" t="t"/>
              <a:pathLst>
                <a:path extrusionOk="0" h="63" w="4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2157140" y="1954728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2157004" y="1951971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2115213" y="200068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2124011" y="1992826"/>
              <a:ext cx="923" cy="27"/>
            </a:xfrm>
            <a:custGeom>
              <a:rect b="b" l="l" r="r" t="t"/>
              <a:pathLst>
                <a:path extrusionOk="0" h="2" w="68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2153528" y="194788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2153528" y="1947409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2153487" y="194830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2153678" y="1946255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153583" y="19467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2153718" y="1945875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2155959" y="1951116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2156760" y="1951591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2115172" y="20009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2153487" y="19486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2156434" y="1951347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2113597" y="200682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5"/>
            <p:cNvSpPr/>
            <p:nvPr/>
          </p:nvSpPr>
          <p:spPr>
            <a:xfrm>
              <a:off x="2114506" y="2003824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5"/>
            <p:cNvSpPr/>
            <p:nvPr/>
          </p:nvSpPr>
          <p:spPr>
            <a:xfrm>
              <a:off x="2115117" y="200120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2113977" y="200553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2114602" y="200325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2114221" y="2004924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2113787" y="20061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2114316" y="2004353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114982" y="200192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2114737" y="200277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114832" y="200234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2113366" y="20074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2115022" y="200154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1985928" y="1964599"/>
              <a:ext cx="43217" cy="44466"/>
            </a:xfrm>
            <a:custGeom>
              <a:rect b="b" l="l" r="r" t="t"/>
              <a:pathLst>
                <a:path extrusionOk="0" h="3275" w="3183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5"/>
            <p:cNvSpPr/>
            <p:nvPr/>
          </p:nvSpPr>
          <p:spPr>
            <a:xfrm>
              <a:off x="2025044" y="1961747"/>
              <a:ext cx="29585" cy="45417"/>
            </a:xfrm>
            <a:custGeom>
              <a:rect b="b" l="l" r="r" t="t"/>
              <a:pathLst>
                <a:path extrusionOk="0" h="3345" w="2179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2053761" y="19963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2053516" y="199578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5"/>
            <p:cNvSpPr/>
            <p:nvPr/>
          </p:nvSpPr>
          <p:spPr>
            <a:xfrm>
              <a:off x="2052905" y="19939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5"/>
            <p:cNvSpPr/>
            <p:nvPr/>
          </p:nvSpPr>
          <p:spPr>
            <a:xfrm>
              <a:off x="2053326" y="1995175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5"/>
            <p:cNvSpPr/>
            <p:nvPr/>
          </p:nvSpPr>
          <p:spPr>
            <a:xfrm>
              <a:off x="2053095" y="19946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5"/>
            <p:cNvSpPr/>
            <p:nvPr/>
          </p:nvSpPr>
          <p:spPr>
            <a:xfrm>
              <a:off x="2054277" y="1997497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5"/>
            <p:cNvSpPr/>
            <p:nvPr/>
          </p:nvSpPr>
          <p:spPr>
            <a:xfrm>
              <a:off x="2053992" y="199692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2054467" y="19979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2048004" y="196508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2047909" y="196489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2048343" y="196556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2049620" y="1975691"/>
              <a:ext cx="679" cy="4521"/>
            </a:xfrm>
            <a:custGeom>
              <a:rect b="b" l="l" r="r" t="t"/>
              <a:pathLst>
                <a:path extrusionOk="0" h="333" w="5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5"/>
            <p:cNvSpPr/>
            <p:nvPr/>
          </p:nvSpPr>
          <p:spPr>
            <a:xfrm>
              <a:off x="2052376" y="199184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2047393" y="19634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2047773" y="196461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2047529" y="196394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047678" y="19642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2052281" y="199122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2048153" y="196531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2048438" y="196565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2047298" y="1962942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2052661" y="199317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5"/>
            <p:cNvSpPr/>
            <p:nvPr/>
          </p:nvSpPr>
          <p:spPr>
            <a:xfrm>
              <a:off x="2048574" y="196575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052525" y="199251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/>
            <p:nvPr/>
          </p:nvSpPr>
          <p:spPr>
            <a:xfrm>
              <a:off x="2047149" y="1962426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5"/>
            <p:cNvSpPr/>
            <p:nvPr/>
          </p:nvSpPr>
          <p:spPr>
            <a:xfrm>
              <a:off x="2052186" y="1990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5"/>
            <p:cNvSpPr/>
            <p:nvPr/>
          </p:nvSpPr>
          <p:spPr>
            <a:xfrm>
              <a:off x="2048248" y="19654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5"/>
            <p:cNvSpPr/>
            <p:nvPr/>
          </p:nvSpPr>
          <p:spPr>
            <a:xfrm>
              <a:off x="2030082" y="197692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5"/>
            <p:cNvSpPr/>
            <p:nvPr/>
          </p:nvSpPr>
          <p:spPr>
            <a:xfrm>
              <a:off x="2028520" y="200401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5"/>
            <p:cNvSpPr/>
            <p:nvPr/>
          </p:nvSpPr>
          <p:spPr>
            <a:xfrm>
              <a:off x="2029756" y="1975203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2028520" y="200296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2028561" y="200344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5"/>
            <p:cNvSpPr/>
            <p:nvPr/>
          </p:nvSpPr>
          <p:spPr>
            <a:xfrm>
              <a:off x="2028262" y="2002195"/>
              <a:ext cx="81" cy="122"/>
            </a:xfrm>
            <a:custGeom>
              <a:rect b="b" l="l" r="r" t="t"/>
              <a:pathLst>
                <a:path extrusionOk="0" h="9" w="6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5"/>
            <p:cNvSpPr/>
            <p:nvPr/>
          </p:nvSpPr>
          <p:spPr>
            <a:xfrm>
              <a:off x="2028425" y="200253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2030231" y="197772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2030747" y="198153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/>
            <p:nvPr/>
          </p:nvSpPr>
          <p:spPr>
            <a:xfrm>
              <a:off x="2030652" y="1980539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5"/>
            <p:cNvSpPr/>
            <p:nvPr/>
          </p:nvSpPr>
          <p:spPr>
            <a:xfrm>
              <a:off x="2030557" y="1979914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5"/>
            <p:cNvSpPr/>
            <p:nvPr/>
          </p:nvSpPr>
          <p:spPr>
            <a:xfrm>
              <a:off x="2029281" y="1973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/>
            <p:nvPr/>
          </p:nvSpPr>
          <p:spPr>
            <a:xfrm>
              <a:off x="2030367" y="1978488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5"/>
            <p:cNvSpPr/>
            <p:nvPr/>
          </p:nvSpPr>
          <p:spPr>
            <a:xfrm>
              <a:off x="2029511" y="1974306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5"/>
            <p:cNvSpPr/>
            <p:nvPr/>
          </p:nvSpPr>
          <p:spPr>
            <a:xfrm>
              <a:off x="2030706" y="198110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5"/>
            <p:cNvSpPr/>
            <p:nvPr/>
          </p:nvSpPr>
          <p:spPr>
            <a:xfrm>
              <a:off x="2030462" y="197924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2028425" y="2004666"/>
              <a:ext cx="54" cy="177"/>
            </a:xfrm>
            <a:custGeom>
              <a:rect b="b" l="l" r="r" t="t"/>
              <a:pathLst>
                <a:path extrusionOk="0" h="13" w="4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5"/>
            <p:cNvSpPr/>
            <p:nvPr/>
          </p:nvSpPr>
          <p:spPr>
            <a:xfrm>
              <a:off x="2028995" y="1972541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5"/>
            <p:cNvSpPr/>
            <p:nvPr/>
          </p:nvSpPr>
          <p:spPr>
            <a:xfrm>
              <a:off x="2029892" y="1976072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2028425" y="1970885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2025044" y="1994320"/>
              <a:ext cx="3055" cy="7563"/>
            </a:xfrm>
            <a:custGeom>
              <a:rect b="b" l="l" r="r" t="t"/>
              <a:pathLst>
                <a:path extrusionOk="0" h="557" w="225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2028710" y="1971686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1936777" y="1949351"/>
              <a:ext cx="53305" cy="39619"/>
            </a:xfrm>
            <a:custGeom>
              <a:rect b="b" l="l" r="r" t="t"/>
              <a:pathLst>
                <a:path extrusionOk="0" h="2918" w="3926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1956464" y="19525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1957510" y="19525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1953898" y="195235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1953138" y="1952162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1951997" y="195182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1952513" y="1952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1955650" y="1952542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1958026" y="195258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1958745" y="1952542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1960972" y="1952202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959451" y="1952487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1960171" y="1952392"/>
              <a:ext cx="394" cy="68"/>
            </a:xfrm>
            <a:custGeom>
              <a:rect b="b" l="l" r="r" t="t"/>
              <a:pathLst>
                <a:path extrusionOk="0" h="5" w="29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1961732" y="1952067"/>
              <a:ext cx="448" cy="109"/>
            </a:xfrm>
            <a:custGeom>
              <a:rect b="b" l="l" r="r" t="t"/>
              <a:pathLst>
                <a:path extrusionOk="0" h="8" w="33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1946865" y="1949351"/>
              <a:ext cx="190" cy="964"/>
            </a:xfrm>
            <a:custGeom>
              <a:rect b="b" l="l" r="r" t="t"/>
              <a:pathLst>
                <a:path extrusionOk="0" h="71" w="14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1946756" y="19502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5"/>
            <p:cNvSpPr/>
            <p:nvPr/>
          </p:nvSpPr>
          <p:spPr>
            <a:xfrm>
              <a:off x="1946281" y="195121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5"/>
            <p:cNvSpPr/>
            <p:nvPr/>
          </p:nvSpPr>
          <p:spPr>
            <a:xfrm>
              <a:off x="1936831" y="196066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5"/>
            <p:cNvSpPr/>
            <p:nvPr/>
          </p:nvSpPr>
          <p:spPr>
            <a:xfrm>
              <a:off x="1945521" y="19520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5"/>
            <p:cNvSpPr/>
            <p:nvPr/>
          </p:nvSpPr>
          <p:spPr>
            <a:xfrm>
              <a:off x="1944856" y="1952297"/>
              <a:ext cx="489" cy="258"/>
            </a:xfrm>
            <a:custGeom>
              <a:rect b="b" l="l" r="r" t="t"/>
              <a:pathLst>
                <a:path extrusionOk="0" h="19" w="36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5"/>
            <p:cNvSpPr/>
            <p:nvPr/>
          </p:nvSpPr>
          <p:spPr>
            <a:xfrm>
              <a:off x="1936967" y="1959616"/>
              <a:ext cx="1249" cy="964"/>
            </a:xfrm>
            <a:custGeom>
              <a:rect b="b" l="l" r="r" t="t"/>
              <a:pathLst>
                <a:path extrusionOk="0" h="71" w="92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5"/>
            <p:cNvSpPr/>
            <p:nvPr/>
          </p:nvSpPr>
          <p:spPr>
            <a:xfrm>
              <a:off x="1945955" y="19516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5"/>
            <p:cNvSpPr/>
            <p:nvPr/>
          </p:nvSpPr>
          <p:spPr>
            <a:xfrm>
              <a:off x="1946526" y="195073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5"/>
            <p:cNvSpPr/>
            <p:nvPr/>
          </p:nvSpPr>
          <p:spPr>
            <a:xfrm>
              <a:off x="1946865" y="1950206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5"/>
            <p:cNvSpPr/>
            <p:nvPr/>
          </p:nvSpPr>
          <p:spPr>
            <a:xfrm>
              <a:off x="1946960" y="194959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1987217" y="197326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1986498" y="196983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5"/>
            <p:cNvSpPr/>
            <p:nvPr/>
          </p:nvSpPr>
          <p:spPr>
            <a:xfrm>
              <a:off x="1986783" y="19726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5"/>
            <p:cNvSpPr/>
            <p:nvPr/>
          </p:nvSpPr>
          <p:spPr>
            <a:xfrm>
              <a:off x="1986457" y="1970315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/>
            <p:nvPr/>
          </p:nvSpPr>
          <p:spPr>
            <a:xfrm>
              <a:off x="1985547" y="1985236"/>
              <a:ext cx="1629" cy="1629"/>
            </a:xfrm>
            <a:custGeom>
              <a:rect b="b" l="l" r="r" t="t"/>
              <a:pathLst>
                <a:path extrusionOk="0" h="120" w="12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5"/>
            <p:cNvSpPr/>
            <p:nvPr/>
          </p:nvSpPr>
          <p:spPr>
            <a:xfrm>
              <a:off x="1986878" y="1967789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5"/>
            <p:cNvSpPr/>
            <p:nvPr/>
          </p:nvSpPr>
          <p:spPr>
            <a:xfrm>
              <a:off x="1986742" y="1968319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1986457" y="1971211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1986688" y="1968835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1986457" y="197073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1986973" y="1967273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1986959" y="1973017"/>
              <a:ext cx="122" cy="109"/>
            </a:xfrm>
            <a:custGeom>
              <a:rect b="b" l="l" r="r" t="t"/>
              <a:pathLst>
                <a:path extrusionOk="0" h="8" w="9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5"/>
            <p:cNvSpPr/>
            <p:nvPr/>
          </p:nvSpPr>
          <p:spPr>
            <a:xfrm>
              <a:off x="1986498" y="197159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5"/>
            <p:cNvSpPr/>
            <p:nvPr/>
          </p:nvSpPr>
          <p:spPr>
            <a:xfrm>
              <a:off x="1986647" y="1972351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1986552" y="1971971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1986593" y="1969310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1963443" y="1981204"/>
              <a:ext cx="29110" cy="27820"/>
            </a:xfrm>
            <a:custGeom>
              <a:rect b="b" l="l" r="r" t="t"/>
              <a:pathLst>
                <a:path extrusionOk="0" h="2049" w="2144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5"/>
            <p:cNvSpPr/>
            <p:nvPr/>
          </p:nvSpPr>
          <p:spPr>
            <a:xfrm>
              <a:off x="1984787" y="1988522"/>
              <a:ext cx="68" cy="1534"/>
            </a:xfrm>
            <a:custGeom>
              <a:rect b="b" l="l" r="r" t="t"/>
              <a:pathLst>
                <a:path extrusionOk="0" h="113" w="5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5"/>
            <p:cNvSpPr/>
            <p:nvPr/>
          </p:nvSpPr>
          <p:spPr>
            <a:xfrm>
              <a:off x="1991345" y="200563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1990259" y="2008766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1990639" y="2007490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1991155" y="2006064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5"/>
            <p:cNvSpPr/>
            <p:nvPr/>
          </p:nvSpPr>
          <p:spPr>
            <a:xfrm>
              <a:off x="1990449" y="200810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5"/>
            <p:cNvSpPr/>
            <p:nvPr/>
          </p:nvSpPr>
          <p:spPr>
            <a:xfrm>
              <a:off x="1990965" y="2006485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5"/>
            <p:cNvSpPr/>
            <p:nvPr/>
          </p:nvSpPr>
          <p:spPr>
            <a:xfrm>
              <a:off x="1990775" y="2006960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5"/>
            <p:cNvSpPr/>
            <p:nvPr/>
          </p:nvSpPr>
          <p:spPr>
            <a:xfrm>
              <a:off x="1985547" y="1997456"/>
              <a:ext cx="1344" cy="774"/>
            </a:xfrm>
            <a:custGeom>
              <a:rect b="b" l="l" r="r" t="t"/>
              <a:pathLst>
                <a:path extrusionOk="0" h="57" w="99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5"/>
            <p:cNvSpPr/>
            <p:nvPr/>
          </p:nvSpPr>
          <p:spPr>
            <a:xfrm>
              <a:off x="198079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5"/>
            <p:cNvSpPr/>
            <p:nvPr/>
          </p:nvSpPr>
          <p:spPr>
            <a:xfrm>
              <a:off x="197984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5"/>
            <p:cNvSpPr/>
            <p:nvPr/>
          </p:nvSpPr>
          <p:spPr>
            <a:xfrm>
              <a:off x="1971481" y="19819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5"/>
            <p:cNvSpPr/>
            <p:nvPr/>
          </p:nvSpPr>
          <p:spPr>
            <a:xfrm>
              <a:off x="1983796" y="198761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1981800" y="199008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1974468" y="1981299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5"/>
            <p:cNvSpPr/>
            <p:nvPr/>
          </p:nvSpPr>
          <p:spPr>
            <a:xfrm>
              <a:off x="1972567" y="1981584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5"/>
            <p:cNvSpPr/>
            <p:nvPr/>
          </p:nvSpPr>
          <p:spPr>
            <a:xfrm>
              <a:off x="1984597" y="1988373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1980374" y="199070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1984081" y="198795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5"/>
            <p:cNvSpPr/>
            <p:nvPr/>
          </p:nvSpPr>
          <p:spPr>
            <a:xfrm>
              <a:off x="1984312" y="198818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5"/>
            <p:cNvSpPr/>
            <p:nvPr/>
          </p:nvSpPr>
          <p:spPr>
            <a:xfrm>
              <a:off x="1981366" y="199036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5"/>
            <p:cNvSpPr/>
            <p:nvPr/>
          </p:nvSpPr>
          <p:spPr>
            <a:xfrm>
              <a:off x="1973898" y="1981340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5"/>
            <p:cNvSpPr/>
            <p:nvPr/>
          </p:nvSpPr>
          <p:spPr>
            <a:xfrm>
              <a:off x="1973233" y="1981435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5"/>
            <p:cNvSpPr/>
            <p:nvPr/>
          </p:nvSpPr>
          <p:spPr>
            <a:xfrm>
              <a:off x="1971766" y="1981720"/>
              <a:ext cx="530" cy="109"/>
            </a:xfrm>
            <a:custGeom>
              <a:rect b="b" l="l" r="r" t="t"/>
              <a:pathLst>
                <a:path extrusionOk="0" h="8" w="39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5"/>
            <p:cNvSpPr/>
            <p:nvPr/>
          </p:nvSpPr>
          <p:spPr>
            <a:xfrm>
              <a:off x="1975378" y="198115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5"/>
            <p:cNvSpPr/>
            <p:nvPr/>
          </p:nvSpPr>
          <p:spPr>
            <a:xfrm>
              <a:off x="1974943" y="1981204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5"/>
            <p:cNvSpPr/>
            <p:nvPr/>
          </p:nvSpPr>
          <p:spPr>
            <a:xfrm>
              <a:off x="1950327" y="1969744"/>
              <a:ext cx="19362" cy="21398"/>
            </a:xfrm>
            <a:custGeom>
              <a:rect b="b" l="l" r="r" t="t"/>
              <a:pathLst>
                <a:path extrusionOk="0" h="1576" w="1426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5"/>
            <p:cNvSpPr/>
            <p:nvPr/>
          </p:nvSpPr>
          <p:spPr>
            <a:xfrm>
              <a:off x="1953749" y="197316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5"/>
            <p:cNvSpPr/>
            <p:nvPr/>
          </p:nvSpPr>
          <p:spPr>
            <a:xfrm>
              <a:off x="1954754" y="197187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5"/>
            <p:cNvSpPr/>
            <p:nvPr/>
          </p:nvSpPr>
          <p:spPr>
            <a:xfrm>
              <a:off x="1951563" y="197525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5"/>
            <p:cNvSpPr/>
            <p:nvPr/>
          </p:nvSpPr>
          <p:spPr>
            <a:xfrm>
              <a:off x="1954564" y="197216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5"/>
            <p:cNvSpPr/>
            <p:nvPr/>
          </p:nvSpPr>
          <p:spPr>
            <a:xfrm>
              <a:off x="1950382" y="197635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5"/>
            <p:cNvSpPr/>
            <p:nvPr/>
          </p:nvSpPr>
          <p:spPr>
            <a:xfrm>
              <a:off x="1954319" y="19725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5"/>
            <p:cNvSpPr/>
            <p:nvPr/>
          </p:nvSpPr>
          <p:spPr>
            <a:xfrm>
              <a:off x="1955039" y="19713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5"/>
            <p:cNvSpPr/>
            <p:nvPr/>
          </p:nvSpPr>
          <p:spPr>
            <a:xfrm>
              <a:off x="1954889" y="1971591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5"/>
            <p:cNvSpPr/>
            <p:nvPr/>
          </p:nvSpPr>
          <p:spPr>
            <a:xfrm>
              <a:off x="1955134" y="19711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5"/>
            <p:cNvSpPr/>
            <p:nvPr/>
          </p:nvSpPr>
          <p:spPr>
            <a:xfrm>
              <a:off x="1952608" y="197434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5"/>
            <p:cNvSpPr/>
            <p:nvPr/>
          </p:nvSpPr>
          <p:spPr>
            <a:xfrm>
              <a:off x="1952092" y="1974782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5"/>
            <p:cNvSpPr/>
            <p:nvPr/>
          </p:nvSpPr>
          <p:spPr>
            <a:xfrm>
              <a:off x="1950993" y="1975786"/>
              <a:ext cx="204" cy="190"/>
            </a:xfrm>
            <a:custGeom>
              <a:rect b="b" l="l" r="r" t="t"/>
              <a:pathLst>
                <a:path extrusionOk="0" h="14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5"/>
            <p:cNvSpPr/>
            <p:nvPr/>
          </p:nvSpPr>
          <p:spPr>
            <a:xfrm>
              <a:off x="1969526" y="1981204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5"/>
            <p:cNvSpPr/>
            <p:nvPr/>
          </p:nvSpPr>
          <p:spPr>
            <a:xfrm>
              <a:off x="1954034" y="197282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5"/>
            <p:cNvSpPr/>
            <p:nvPr/>
          </p:nvSpPr>
          <p:spPr>
            <a:xfrm>
              <a:off x="1953369" y="197354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5"/>
            <p:cNvSpPr/>
            <p:nvPr/>
          </p:nvSpPr>
          <p:spPr>
            <a:xfrm>
              <a:off x="1952989" y="197392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5"/>
            <p:cNvSpPr/>
            <p:nvPr/>
          </p:nvSpPr>
          <p:spPr>
            <a:xfrm>
              <a:off x="1962968" y="1989228"/>
              <a:ext cx="299" cy="258"/>
            </a:xfrm>
            <a:custGeom>
              <a:rect b="b" l="l" r="r" t="t"/>
              <a:pathLst>
                <a:path extrusionOk="0" h="19" w="22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5"/>
            <p:cNvSpPr/>
            <p:nvPr/>
          </p:nvSpPr>
          <p:spPr>
            <a:xfrm>
              <a:off x="1961828" y="1990518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5"/>
            <p:cNvSpPr/>
            <p:nvPr/>
          </p:nvSpPr>
          <p:spPr>
            <a:xfrm>
              <a:off x="1962262" y="1989988"/>
              <a:ext cx="339" cy="448"/>
            </a:xfrm>
            <a:custGeom>
              <a:rect b="b" l="l" r="r" t="t"/>
              <a:pathLst>
                <a:path extrusionOk="0" h="33" w="25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5"/>
            <p:cNvSpPr/>
            <p:nvPr/>
          </p:nvSpPr>
          <p:spPr>
            <a:xfrm>
              <a:off x="1969675" y="198172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5"/>
            <p:cNvSpPr/>
            <p:nvPr/>
          </p:nvSpPr>
          <p:spPr>
            <a:xfrm>
              <a:off x="1969621" y="1981530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5"/>
            <p:cNvSpPr/>
            <p:nvPr/>
          </p:nvSpPr>
          <p:spPr>
            <a:xfrm>
              <a:off x="1969675" y="198200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5"/>
            <p:cNvSpPr/>
            <p:nvPr/>
          </p:nvSpPr>
          <p:spPr>
            <a:xfrm>
              <a:off x="1962588" y="1989568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5"/>
            <p:cNvSpPr/>
            <p:nvPr/>
          </p:nvSpPr>
          <p:spPr>
            <a:xfrm>
              <a:off x="1969580" y="198139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1922385" y="1832082"/>
              <a:ext cx="60230" cy="48838"/>
            </a:xfrm>
            <a:custGeom>
              <a:rect b="b" l="l" r="r" t="t"/>
              <a:pathLst>
                <a:path extrusionOk="0" h="3597" w="4436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5"/>
            <p:cNvSpPr/>
            <p:nvPr/>
          </p:nvSpPr>
          <p:spPr>
            <a:xfrm>
              <a:off x="1982370" y="1833793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5"/>
            <p:cNvSpPr/>
            <p:nvPr/>
          </p:nvSpPr>
          <p:spPr>
            <a:xfrm>
              <a:off x="1982275" y="183350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982465" y="183407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5"/>
            <p:cNvSpPr/>
            <p:nvPr/>
          </p:nvSpPr>
          <p:spPr>
            <a:xfrm>
              <a:off x="1922575" y="1836318"/>
              <a:ext cx="85525" cy="95653"/>
            </a:xfrm>
            <a:custGeom>
              <a:rect b="b" l="l" r="r" t="t"/>
              <a:pathLst>
                <a:path extrusionOk="0" h="7045" w="6299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5"/>
            <p:cNvSpPr/>
            <p:nvPr/>
          </p:nvSpPr>
          <p:spPr>
            <a:xfrm>
              <a:off x="1984366" y="1836088"/>
              <a:ext cx="54" cy="1385"/>
            </a:xfrm>
            <a:custGeom>
              <a:rect b="b" l="l" r="r" t="t"/>
              <a:pathLst>
                <a:path extrusionOk="0" h="102" w="4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1984692" y="1836278"/>
              <a:ext cx="23503" cy="15410"/>
            </a:xfrm>
            <a:custGeom>
              <a:rect b="b" l="l" r="r" t="t"/>
              <a:pathLst>
                <a:path extrusionOk="0" h="1135" w="1731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5"/>
            <p:cNvSpPr/>
            <p:nvPr/>
          </p:nvSpPr>
          <p:spPr>
            <a:xfrm>
              <a:off x="1984502" y="18361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1924517" y="1921218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1953369" y="1928727"/>
              <a:ext cx="3204" cy="3245"/>
            </a:xfrm>
            <a:custGeom>
              <a:rect b="b" l="l" r="r" t="t"/>
              <a:pathLst>
                <a:path extrusionOk="0" h="239" w="236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1929893" y="1918544"/>
              <a:ext cx="4671" cy="258"/>
            </a:xfrm>
            <a:custGeom>
              <a:rect b="b" l="l" r="r" t="t"/>
              <a:pathLst>
                <a:path extrusionOk="0" h="19" w="344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983796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984081" y="184515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983891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984122" y="18450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984366" y="1843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983932" y="18454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984027" y="18452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984407" y="1840269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984407" y="1841790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984217" y="18447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984271" y="1844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984366" y="18437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984366" y="18439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984407" y="18427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984312" y="184439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984176" y="184496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984176" y="184483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984407" y="1842971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984407" y="184078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984407" y="1837459"/>
              <a:ext cx="68" cy="2729"/>
            </a:xfrm>
            <a:custGeom>
              <a:rect b="b" l="l" r="r" t="t"/>
              <a:pathLst>
                <a:path extrusionOk="0" h="201" w="5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984407" y="184131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984407" y="184221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984366" y="1836128"/>
              <a:ext cx="14" cy="1344"/>
            </a:xfrm>
            <a:custGeom>
              <a:rect b="b" l="l" r="r" t="t"/>
              <a:pathLst>
                <a:path extrusionOk="0" h="99" w="1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957170" y="1853426"/>
              <a:ext cx="121505" cy="113481"/>
            </a:xfrm>
            <a:custGeom>
              <a:rect b="b" l="l" r="r" t="t"/>
              <a:pathLst>
                <a:path extrusionOk="0" h="8358" w="8949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2072674" y="18995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2072729" y="1900635"/>
              <a:ext cx="14" cy="1154"/>
            </a:xfrm>
            <a:custGeom>
              <a:rect b="b" l="l" r="r" t="t"/>
              <a:pathLst>
                <a:path extrusionOk="0" h="85" w="1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2055607" y="188351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2070298" y="1894172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2072104" y="189702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2056042" y="188379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2072443" y="189816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2072633" y="189915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2071588" y="1895829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2071208" y="189521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2072253" y="1897594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2060848" y="189064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2072729" y="18999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73815" y="1900445"/>
              <a:ext cx="5010" cy="1100"/>
            </a:xfrm>
            <a:custGeom>
              <a:rect b="b" l="l" r="r" t="t"/>
              <a:pathLst>
                <a:path extrusionOk="0" h="81" w="369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2010883" y="1853426"/>
              <a:ext cx="44738" cy="30101"/>
            </a:xfrm>
            <a:custGeom>
              <a:rect b="b" l="l" r="r" t="t"/>
              <a:pathLst>
                <a:path extrusionOk="0" h="2217" w="3295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2069538" y="1893602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2070828" y="1894647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2072729" y="190025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2072729" y="190048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2079042" y="190039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2072538" y="18986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2071873" y="18964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964013" y="1946120"/>
              <a:ext cx="109" cy="1534"/>
            </a:xfrm>
            <a:custGeom>
              <a:rect b="b" l="l" r="r" t="t"/>
              <a:pathLst>
                <a:path extrusionOk="0" h="113" w="8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964013" y="1950872"/>
              <a:ext cx="14" cy="543"/>
            </a:xfrm>
            <a:custGeom>
              <a:rect b="b" l="l" r="r" t="t"/>
              <a:pathLst>
                <a:path extrusionOk="0" h="40" w="1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957361" y="1933683"/>
              <a:ext cx="1629" cy="2702"/>
            </a:xfrm>
            <a:custGeom>
              <a:rect b="b" l="l" r="r" t="t"/>
              <a:pathLst>
                <a:path extrusionOk="0" h="199" w="12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992866" y="1964748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994631" y="19662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2004325" y="1964843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988589" y="1966133"/>
              <a:ext cx="733" cy="299"/>
            </a:xfrm>
            <a:custGeom>
              <a:rect b="b" l="l" r="r" t="t"/>
              <a:pathLst>
                <a:path extrusionOk="0" h="22" w="54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989634" y="1964558"/>
              <a:ext cx="1494" cy="1534"/>
            </a:xfrm>
            <a:custGeom>
              <a:rect b="b" l="l" r="r" t="t"/>
              <a:pathLst>
                <a:path extrusionOk="0" h="113" w="11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992390" y="1964612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1989539" y="196613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1994196" y="196584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1993816" y="196546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1991875" y="196451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1989349" y="1966364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2003035" y="1965087"/>
              <a:ext cx="1303" cy="720"/>
            </a:xfrm>
            <a:custGeom>
              <a:rect b="b" l="l" r="r" t="t"/>
              <a:pathLst>
                <a:path extrusionOk="0" h="53" w="96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2004800" y="1964463"/>
              <a:ext cx="1494" cy="353"/>
            </a:xfrm>
            <a:custGeom>
              <a:rect b="b" l="l" r="r" t="t"/>
              <a:pathLst>
                <a:path extrusionOk="0" h="26" w="11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1993341" y="196508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1964068" y="1949446"/>
              <a:ext cx="54" cy="1208"/>
            </a:xfrm>
            <a:custGeom>
              <a:rect b="b" l="l" r="r" t="t"/>
              <a:pathLst>
                <a:path extrusionOk="0" h="89" w="4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1987788" y="1965318"/>
              <a:ext cx="815" cy="828"/>
            </a:xfrm>
            <a:custGeom>
              <a:rect b="b" l="l" r="r" t="t"/>
              <a:pathLst>
                <a:path extrusionOk="0" h="61" w="6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1964013" y="1951876"/>
              <a:ext cx="299" cy="869"/>
            </a:xfrm>
            <a:custGeom>
              <a:rect b="b" l="l" r="r" t="t"/>
              <a:pathLst>
                <a:path extrusionOk="0" h="64" w="22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1964299" y="1952732"/>
              <a:ext cx="353" cy="679"/>
            </a:xfrm>
            <a:custGeom>
              <a:rect b="b" l="l" r="r" t="t"/>
              <a:pathLst>
                <a:path extrusionOk="0" h="50" w="26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1988358" y="1965983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1957415" y="1933479"/>
              <a:ext cx="720" cy="149"/>
            </a:xfrm>
            <a:custGeom>
              <a:rect b="b" l="l" r="r" t="t"/>
              <a:pathLst>
                <a:path extrusionOk="0" h="11" w="53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1959506" y="1932569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1958175" y="1933289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1958881" y="1932949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1959981" y="1932148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1960646" y="1931103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1969051" y="1928673"/>
              <a:ext cx="1398" cy="204"/>
            </a:xfrm>
            <a:custGeom>
              <a:rect b="b" l="l" r="r" t="t"/>
              <a:pathLst>
                <a:path extrusionOk="0" h="15" w="103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1960836" y="1930438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1960361" y="193167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08222" y="1930981"/>
              <a:ext cx="58533" cy="39592"/>
            </a:xfrm>
            <a:custGeom>
              <a:rect b="b" l="l" r="r" t="t"/>
              <a:pathLst>
                <a:path extrusionOk="0" h="2916" w="4311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2054236" y="1960186"/>
              <a:ext cx="679" cy="14"/>
            </a:xfrm>
            <a:custGeom>
              <a:rect b="b" l="l" r="r" t="t"/>
              <a:pathLst>
                <a:path extrusionOk="0" h="1" w="5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2066782" y="195438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2066782" y="195467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2066836" y="195453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2066591" y="195486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066401" y="195495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2066687" y="195476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2055037" y="19601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066171" y="195510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051439" y="1959711"/>
              <a:ext cx="2811" cy="489"/>
            </a:xfrm>
            <a:custGeom>
              <a:rect b="b" l="l" r="r" t="t"/>
              <a:pathLst>
                <a:path extrusionOk="0" h="36" w="207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2046633" y="1959575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204834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2053856" y="1960186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2011263" y="1967273"/>
              <a:ext cx="1208" cy="1385"/>
            </a:xfrm>
            <a:custGeom>
              <a:rect b="b" l="l" r="r" t="t"/>
              <a:pathLst>
                <a:path extrusionOk="0" h="102" w="89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2008086" y="1964748"/>
              <a:ext cx="2770" cy="1914"/>
            </a:xfrm>
            <a:custGeom>
              <a:rect b="b" l="l" r="r" t="t"/>
              <a:pathLst>
                <a:path extrusionOk="0" h="141" w="204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2022818" y="1968074"/>
              <a:ext cx="3720" cy="1059"/>
            </a:xfrm>
            <a:custGeom>
              <a:rect b="b" l="l" r="r" t="t"/>
              <a:pathLst>
                <a:path extrusionOk="0" h="78" w="274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026524" y="196912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2010842" y="196670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2045397" y="1961001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2045058" y="196090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2044677" y="196081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2027190" y="1968984"/>
              <a:ext cx="244" cy="625"/>
            </a:xfrm>
            <a:custGeom>
              <a:rect b="b" l="l" r="r" t="t"/>
              <a:pathLst>
                <a:path extrusionOk="0" h="46" w="18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2026280" y="1960023"/>
              <a:ext cx="9287" cy="1086"/>
            </a:xfrm>
            <a:custGeom>
              <a:rect b="b" l="l" r="r" t="t"/>
              <a:pathLst>
                <a:path extrusionOk="0" h="80" w="684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2047583" y="1958950"/>
              <a:ext cx="774" cy="353"/>
            </a:xfrm>
            <a:custGeom>
              <a:rect b="b" l="l" r="r" t="t"/>
              <a:pathLst>
                <a:path extrusionOk="0" h="26" w="57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2044257" y="19607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204815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2027190" y="19695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2043971" y="1930954"/>
              <a:ext cx="869" cy="258"/>
            </a:xfrm>
            <a:custGeom>
              <a:rect b="b" l="l" r="r" t="t"/>
              <a:pathLst>
                <a:path extrusionOk="0" h="19" w="64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2009036" y="19618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2008276" y="196394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2008561" y="196318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2028805" y="1937607"/>
              <a:ext cx="964" cy="163"/>
            </a:xfrm>
            <a:custGeom>
              <a:rect b="b" l="l" r="r" t="t"/>
              <a:pathLst>
                <a:path extrusionOk="0" h="12" w="71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2008846" y="196252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2009647" y="1960335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2029796" y="1937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2009267" y="196128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2009457" y="1960756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5"/>
            <p:cNvSpPr/>
            <p:nvPr/>
          </p:nvSpPr>
          <p:spPr>
            <a:xfrm>
              <a:off x="2051520" y="1865551"/>
              <a:ext cx="112191" cy="87765"/>
            </a:xfrm>
            <a:custGeom>
              <a:rect b="b" l="l" r="r" t="t"/>
              <a:pathLst>
                <a:path extrusionOk="0" h="6464" w="8263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5"/>
            <p:cNvSpPr/>
            <p:nvPr/>
          </p:nvSpPr>
          <p:spPr>
            <a:xfrm>
              <a:off x="2080902" y="1899970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5"/>
            <p:cNvSpPr/>
            <p:nvPr/>
          </p:nvSpPr>
          <p:spPr>
            <a:xfrm>
              <a:off x="2147120" y="1866841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5"/>
            <p:cNvSpPr/>
            <p:nvPr/>
          </p:nvSpPr>
          <p:spPr>
            <a:xfrm>
              <a:off x="2138131" y="1865510"/>
              <a:ext cx="2525" cy="149"/>
            </a:xfrm>
            <a:custGeom>
              <a:rect b="b" l="l" r="r" t="t"/>
              <a:pathLst>
                <a:path extrusionOk="0" h="11" w="186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5"/>
            <p:cNvSpPr/>
            <p:nvPr/>
          </p:nvSpPr>
          <p:spPr>
            <a:xfrm>
              <a:off x="2140888" y="186564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5"/>
            <p:cNvSpPr/>
            <p:nvPr/>
          </p:nvSpPr>
          <p:spPr>
            <a:xfrm>
              <a:off x="2145219" y="1866311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5"/>
            <p:cNvSpPr/>
            <p:nvPr/>
          </p:nvSpPr>
          <p:spPr>
            <a:xfrm>
              <a:off x="2147690" y="18670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5"/>
            <p:cNvSpPr/>
            <p:nvPr/>
          </p:nvSpPr>
          <p:spPr>
            <a:xfrm>
              <a:off x="2144554" y="1866175"/>
              <a:ext cx="285" cy="54"/>
            </a:xfrm>
            <a:custGeom>
              <a:rect b="b" l="l" r="r" t="t"/>
              <a:pathLst>
                <a:path extrusionOk="0" h="4" w="21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5"/>
            <p:cNvSpPr/>
            <p:nvPr/>
          </p:nvSpPr>
          <p:spPr>
            <a:xfrm>
              <a:off x="2146495" y="1866650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5"/>
            <p:cNvSpPr/>
            <p:nvPr/>
          </p:nvSpPr>
          <p:spPr>
            <a:xfrm>
              <a:off x="2145884" y="1866460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5"/>
            <p:cNvSpPr/>
            <p:nvPr/>
          </p:nvSpPr>
          <p:spPr>
            <a:xfrm>
              <a:off x="2153202" y="1872014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5"/>
            <p:cNvSpPr/>
            <p:nvPr/>
          </p:nvSpPr>
          <p:spPr>
            <a:xfrm>
              <a:off x="2143875" y="186602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5"/>
            <p:cNvSpPr/>
            <p:nvPr/>
          </p:nvSpPr>
          <p:spPr>
            <a:xfrm>
              <a:off x="2143169" y="186593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5"/>
            <p:cNvSpPr/>
            <p:nvPr/>
          </p:nvSpPr>
          <p:spPr>
            <a:xfrm>
              <a:off x="2141648" y="186574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5"/>
            <p:cNvSpPr/>
            <p:nvPr/>
          </p:nvSpPr>
          <p:spPr>
            <a:xfrm>
              <a:off x="2142449" y="186583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2122300" y="1942359"/>
              <a:ext cx="4481" cy="2539"/>
            </a:xfrm>
            <a:custGeom>
              <a:rect b="b" l="l" r="r" t="t"/>
              <a:pathLst>
                <a:path extrusionOk="0" h="187" w="33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2074860" y="1952637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2074575" y="1952868"/>
              <a:ext cx="299" cy="489"/>
            </a:xfrm>
            <a:custGeom>
              <a:rect b="b" l="l" r="r" t="t"/>
              <a:pathLst>
                <a:path extrusionOk="0" h="36" w="22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5"/>
            <p:cNvSpPr/>
            <p:nvPr/>
          </p:nvSpPr>
          <p:spPr>
            <a:xfrm>
              <a:off x="2066741" y="1951822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5"/>
            <p:cNvSpPr/>
            <p:nvPr/>
          </p:nvSpPr>
          <p:spPr>
            <a:xfrm>
              <a:off x="2067732" y="1949881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2067121" y="1950777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2066877" y="19513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2073530" y="1953343"/>
              <a:ext cx="1059" cy="122"/>
            </a:xfrm>
            <a:custGeom>
              <a:rect b="b" l="l" r="r" t="t"/>
              <a:pathLst>
                <a:path extrusionOk="0" h="9" w="78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2067352" y="1950166"/>
              <a:ext cx="394" cy="394"/>
            </a:xfrm>
            <a:custGeom>
              <a:rect b="b" l="l" r="r" t="t"/>
              <a:pathLst>
                <a:path extrusionOk="0" h="29" w="29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2073054" y="1953153"/>
              <a:ext cx="489" cy="204"/>
            </a:xfrm>
            <a:custGeom>
              <a:rect b="b" l="l" r="r" t="t"/>
              <a:pathLst>
                <a:path extrusionOk="0" h="15" w="36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5"/>
            <p:cNvSpPr/>
            <p:nvPr/>
          </p:nvSpPr>
          <p:spPr>
            <a:xfrm>
              <a:off x="2069633" y="1949446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5"/>
            <p:cNvSpPr/>
            <p:nvPr/>
          </p:nvSpPr>
          <p:spPr>
            <a:xfrm>
              <a:off x="2069117" y="1949446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070067" y="1949500"/>
              <a:ext cx="2240" cy="1765"/>
            </a:xfrm>
            <a:custGeom>
              <a:rect b="b" l="l" r="r" t="t"/>
              <a:pathLst>
                <a:path extrusionOk="0" h="130" w="165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068207" y="1949636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068587" y="1949500"/>
              <a:ext cx="489" cy="149"/>
            </a:xfrm>
            <a:custGeom>
              <a:rect b="b" l="l" r="r" t="t"/>
              <a:pathLst>
                <a:path extrusionOk="0" h="11" w="36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074439" y="1953302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080902" y="1902386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080848" y="1900635"/>
              <a:ext cx="68" cy="679"/>
            </a:xfrm>
            <a:custGeom>
              <a:rect b="b" l="l" r="r" t="t"/>
              <a:pathLst>
                <a:path extrusionOk="0" h="50" w="5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080943" y="1903961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080753" y="1916032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5"/>
            <p:cNvSpPr/>
            <p:nvPr/>
          </p:nvSpPr>
          <p:spPr>
            <a:xfrm>
              <a:off x="2080848" y="1914077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5"/>
            <p:cNvSpPr/>
            <p:nvPr/>
          </p:nvSpPr>
          <p:spPr>
            <a:xfrm>
              <a:off x="2080563" y="19184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080617" y="191816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080902" y="191327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080658" y="191783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080522" y="191869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5"/>
            <p:cNvSpPr/>
            <p:nvPr/>
          </p:nvSpPr>
          <p:spPr>
            <a:xfrm>
              <a:off x="2080373" y="191920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5"/>
            <p:cNvSpPr/>
            <p:nvPr/>
          </p:nvSpPr>
          <p:spPr>
            <a:xfrm>
              <a:off x="2080468" y="1918924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2080427" y="19190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2080943" y="19104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2080943" y="19114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5"/>
            <p:cNvSpPr/>
            <p:nvPr/>
          </p:nvSpPr>
          <p:spPr>
            <a:xfrm>
              <a:off x="2080902" y="1912420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5"/>
            <p:cNvSpPr/>
            <p:nvPr/>
          </p:nvSpPr>
          <p:spPr>
            <a:xfrm>
              <a:off x="2080848" y="1914796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2080753" y="1916548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2080712" y="191707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2080807" y="1915462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2080658" y="191745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2050855" y="1932094"/>
              <a:ext cx="1629" cy="68"/>
            </a:xfrm>
            <a:custGeom>
              <a:rect b="b" l="l" r="r" t="t"/>
              <a:pathLst>
                <a:path extrusionOk="0" h="5" w="12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5"/>
            <p:cNvSpPr/>
            <p:nvPr/>
          </p:nvSpPr>
          <p:spPr>
            <a:xfrm>
              <a:off x="2080943" y="1905482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5"/>
            <p:cNvSpPr/>
            <p:nvPr/>
          </p:nvSpPr>
          <p:spPr>
            <a:xfrm>
              <a:off x="2080943" y="1906813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5"/>
            <p:cNvSpPr/>
            <p:nvPr/>
          </p:nvSpPr>
          <p:spPr>
            <a:xfrm>
              <a:off x="2054996" y="1931714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5"/>
            <p:cNvSpPr/>
            <p:nvPr/>
          </p:nvSpPr>
          <p:spPr>
            <a:xfrm>
              <a:off x="2080943" y="1909325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2080943" y="19080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2062124" y="1929243"/>
              <a:ext cx="5906" cy="638"/>
            </a:xfrm>
            <a:custGeom>
              <a:rect b="b" l="l" r="r" t="t"/>
              <a:pathLst>
                <a:path extrusionOk="0" h="47" w="435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2080237" y="191954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2080332" y="191935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2080278" y="19194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2080183" y="191960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2080142" y="191964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2079992" y="1919739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2060658" y="1947735"/>
              <a:ext cx="1914" cy="407"/>
            </a:xfrm>
            <a:custGeom>
              <a:rect b="b" l="l" r="r" t="t"/>
              <a:pathLst>
                <a:path extrusionOk="0" h="30" w="141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5"/>
            <p:cNvSpPr/>
            <p:nvPr/>
          </p:nvSpPr>
          <p:spPr>
            <a:xfrm>
              <a:off x="2050855" y="193214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5"/>
            <p:cNvSpPr/>
            <p:nvPr/>
          </p:nvSpPr>
          <p:spPr>
            <a:xfrm>
              <a:off x="2050719" y="193390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5"/>
            <p:cNvSpPr/>
            <p:nvPr/>
          </p:nvSpPr>
          <p:spPr>
            <a:xfrm>
              <a:off x="2066401" y="195206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5"/>
            <p:cNvSpPr/>
            <p:nvPr/>
          </p:nvSpPr>
          <p:spPr>
            <a:xfrm>
              <a:off x="2050760" y="193275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5"/>
            <p:cNvSpPr/>
            <p:nvPr/>
          </p:nvSpPr>
          <p:spPr>
            <a:xfrm>
              <a:off x="2065981" y="195191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5"/>
            <p:cNvSpPr/>
            <p:nvPr/>
          </p:nvSpPr>
          <p:spPr>
            <a:xfrm>
              <a:off x="2050719" y="193418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5"/>
            <p:cNvSpPr/>
            <p:nvPr/>
          </p:nvSpPr>
          <p:spPr>
            <a:xfrm>
              <a:off x="2050719" y="19343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5"/>
            <p:cNvSpPr/>
            <p:nvPr/>
          </p:nvSpPr>
          <p:spPr>
            <a:xfrm>
              <a:off x="2050719" y="193452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5"/>
            <p:cNvSpPr/>
            <p:nvPr/>
          </p:nvSpPr>
          <p:spPr>
            <a:xfrm>
              <a:off x="2065166" y="19516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5"/>
            <p:cNvSpPr/>
            <p:nvPr/>
          </p:nvSpPr>
          <p:spPr>
            <a:xfrm>
              <a:off x="2050719" y="1933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5"/>
            <p:cNvSpPr/>
            <p:nvPr/>
          </p:nvSpPr>
          <p:spPr>
            <a:xfrm>
              <a:off x="2065600" y="195182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5"/>
            <p:cNvSpPr/>
            <p:nvPr/>
          </p:nvSpPr>
          <p:spPr>
            <a:xfrm>
              <a:off x="2050719" y="19332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5"/>
            <p:cNvSpPr/>
            <p:nvPr/>
          </p:nvSpPr>
          <p:spPr>
            <a:xfrm>
              <a:off x="2149346" y="1865605"/>
              <a:ext cx="72640" cy="121356"/>
            </a:xfrm>
            <a:custGeom>
              <a:rect b="b" l="l" r="r" t="t"/>
              <a:pathLst>
                <a:path extrusionOk="0" h="8938" w="535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2163888" y="19868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2163467" y="1986282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2212943" y="195933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2212468" y="1959235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2206195" y="1959235"/>
              <a:ext cx="5295" cy="2865"/>
            </a:xfrm>
            <a:custGeom>
              <a:rect b="b" l="l" r="r" t="t"/>
              <a:pathLst>
                <a:path extrusionOk="0" h="211" w="39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2211993" y="1959195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211477" y="1959195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154153" y="19441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149536" y="1939752"/>
              <a:ext cx="1303" cy="1480"/>
            </a:xfrm>
            <a:custGeom>
              <a:rect b="b" l="l" r="r" t="t"/>
              <a:pathLst>
                <a:path extrusionOk="0" h="109" w="96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150826" y="1941218"/>
              <a:ext cx="2675" cy="2824"/>
            </a:xfrm>
            <a:custGeom>
              <a:rect b="b" l="l" r="r" t="t"/>
              <a:pathLst>
                <a:path extrusionOk="0" h="208" w="197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158905" y="1969785"/>
              <a:ext cx="1100" cy="68"/>
            </a:xfrm>
            <a:custGeom>
              <a:rect b="b" l="l" r="r" t="t"/>
              <a:pathLst>
                <a:path extrusionOk="0" h="5" w="81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161376" y="1981150"/>
              <a:ext cx="2105" cy="5146"/>
            </a:xfrm>
            <a:custGeom>
              <a:rect b="b" l="l" r="r" t="t"/>
              <a:pathLst>
                <a:path extrusionOk="0" h="379" w="155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163277" y="1985997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152917" y="1943974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2160711" y="187710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160656" y="1875680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160751" y="18774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2160656" y="187505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160711" y="1876671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149536" y="1937946"/>
              <a:ext cx="14" cy="815"/>
            </a:xfrm>
            <a:custGeom>
              <a:rect b="b" l="l" r="r" t="t"/>
              <a:pathLst>
                <a:path extrusionOk="0" h="60" w="1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2149536" y="1938896"/>
              <a:ext cx="14" cy="869"/>
            </a:xfrm>
            <a:custGeom>
              <a:rect b="b" l="l" r="r" t="t"/>
              <a:pathLst>
                <a:path extrusionOk="0" h="64" w="1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2160616" y="1874444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160711" y="187619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160331" y="1868741"/>
              <a:ext cx="299" cy="5716"/>
            </a:xfrm>
            <a:custGeom>
              <a:rect b="b" l="l" r="r" t="t"/>
              <a:pathLst>
                <a:path extrusionOk="0" h="421" w="22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149631" y="1932379"/>
              <a:ext cx="1344" cy="3910"/>
            </a:xfrm>
            <a:custGeom>
              <a:rect b="b" l="l" r="r" t="t"/>
              <a:pathLst>
                <a:path extrusionOk="0" h="288" w="99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2149536" y="19397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229209" y="1797813"/>
              <a:ext cx="78193" cy="78641"/>
            </a:xfrm>
            <a:custGeom>
              <a:rect b="b" l="l" r="r" t="t"/>
              <a:pathLst>
                <a:path extrusionOk="0" h="5792" w="5759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231531" y="1797813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115742" y="2027164"/>
              <a:ext cx="39035" cy="44263"/>
            </a:xfrm>
            <a:custGeom>
              <a:rect b="b" l="l" r="r" t="t"/>
              <a:pathLst>
                <a:path extrusionOk="0" h="3260" w="2875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135375" y="2027164"/>
              <a:ext cx="9952" cy="434"/>
            </a:xfrm>
            <a:custGeom>
              <a:rect b="b" l="l" r="r" t="t"/>
              <a:pathLst>
                <a:path extrusionOk="0" h="32" w="733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119218" y="2027924"/>
              <a:ext cx="13605" cy="8147"/>
            </a:xfrm>
            <a:custGeom>
              <a:rect b="b" l="l" r="r" t="t"/>
              <a:pathLst>
                <a:path extrusionOk="0" h="600" w="1002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132184" y="202801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133040" y="2031576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133040" y="202787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133094" y="203024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133094" y="20283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133094" y="202901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133094" y="2030816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133094" y="202963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2133040" y="203216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2132809" y="2034767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2132809" y="2035107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2122680" y="20358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2132904" y="203444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2132904" y="20340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2123400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123495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2122925" y="2035813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2123115" y="203581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2132999" y="203267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2121974" y="2035908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2132945" y="203362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2121499" y="2035962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2132945" y="2033151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2122354" y="2035867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2132279" y="2016560"/>
              <a:ext cx="49884" cy="63380"/>
            </a:xfrm>
            <a:custGeom>
              <a:rect b="b" l="l" r="r" t="t"/>
              <a:pathLst>
                <a:path extrusionOk="0" h="4668" w="3674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2168070" y="2023593"/>
              <a:ext cx="394" cy="638"/>
            </a:xfrm>
            <a:custGeom>
              <a:rect b="b" l="l" r="r" t="t"/>
              <a:pathLst>
                <a:path extrusionOk="0" h="47" w="29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2166359" y="2024217"/>
              <a:ext cx="1724" cy="6191"/>
            </a:xfrm>
            <a:custGeom>
              <a:rect b="b" l="l" r="r" t="t"/>
              <a:pathLst>
                <a:path extrusionOk="0" h="456" w="127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2147065" y="2027639"/>
              <a:ext cx="1779" cy="54"/>
            </a:xfrm>
            <a:custGeom>
              <a:rect b="b" l="l" r="r" t="t"/>
              <a:pathLst>
                <a:path extrusionOk="0" h="4" w="131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2149306" y="2027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167934" y="2023837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132184" y="2072553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146400" y="2033532"/>
              <a:ext cx="68" cy="489"/>
            </a:xfrm>
            <a:custGeom>
              <a:rect b="b" l="l" r="r" t="t"/>
              <a:pathLst>
                <a:path extrusionOk="0" h="36" w="5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132660" y="207198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2133759" y="2071603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132334" y="2072268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2133379" y="20716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2134140" y="2071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43359" y="2058297"/>
              <a:ext cx="1100" cy="1819"/>
            </a:xfrm>
            <a:custGeom>
              <a:rect b="b" l="l" r="r" t="t"/>
              <a:pathLst>
                <a:path extrusionOk="0" h="134" w="81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2146685" y="2030436"/>
              <a:ext cx="109" cy="774"/>
            </a:xfrm>
            <a:custGeom>
              <a:rect b="b" l="l" r="r" t="t"/>
              <a:pathLst>
                <a:path extrusionOk="0" h="57" w="8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2146780" y="2029350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2132945" y="2071793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2146590" y="2031386"/>
              <a:ext cx="68" cy="638"/>
            </a:xfrm>
            <a:custGeom>
              <a:rect b="b" l="l" r="r" t="t"/>
              <a:pathLst>
                <a:path extrusionOk="0" h="47" w="5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2146930" y="2027639"/>
              <a:ext cx="149" cy="1575"/>
            </a:xfrm>
            <a:custGeom>
              <a:rect b="b" l="l" r="r" t="t"/>
              <a:pathLst>
                <a:path extrusionOk="0" h="116" w="11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146549" y="2032201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136135" y="2062329"/>
              <a:ext cx="3150" cy="543"/>
            </a:xfrm>
            <a:custGeom>
              <a:rect b="b" l="l" r="r" t="t"/>
              <a:pathLst>
                <a:path extrusionOk="0" h="40" w="232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2146454" y="2032921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2208721" y="1867452"/>
              <a:ext cx="119645" cy="148131"/>
            </a:xfrm>
            <a:custGeom>
              <a:rect b="b" l="l" r="r" t="t"/>
              <a:pathLst>
                <a:path extrusionOk="0" h="10910" w="8812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2215129" y="1960186"/>
              <a:ext cx="5295" cy="7196"/>
            </a:xfrm>
            <a:custGeom>
              <a:rect b="b" l="l" r="r" t="t"/>
              <a:pathLst>
                <a:path extrusionOk="0" h="530" w="39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245217" y="1998977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212183" y="19529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2214994" y="1959385"/>
              <a:ext cx="244" cy="720"/>
            </a:xfrm>
            <a:custGeom>
              <a:rect b="b" l="l" r="r" t="t"/>
              <a:pathLst>
                <a:path extrusionOk="0" h="53" w="18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2208761" y="1945210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2212563" y="1953872"/>
              <a:ext cx="964" cy="1195"/>
            </a:xfrm>
            <a:custGeom>
              <a:rect b="b" l="l" r="r" t="t"/>
              <a:pathLst>
                <a:path extrusionOk="0" h="88" w="71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2215279" y="19563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2212427" y="1953533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2212278" y="195324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2216080" y="1961421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2307348" y="186760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2305583" y="1869312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2306302" y="186893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2305963" y="1869162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2306628" y="1868646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06968" y="1868171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2305162" y="1869407"/>
              <a:ext cx="394" cy="54"/>
            </a:xfrm>
            <a:custGeom>
              <a:rect b="b" l="l" r="r" t="t"/>
              <a:pathLst>
                <a:path extrusionOk="0" h="4" w="29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05067" y="1869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2353593" y="1948930"/>
              <a:ext cx="11799" cy="11704"/>
            </a:xfrm>
            <a:custGeom>
              <a:rect b="b" l="l" r="r" t="t"/>
              <a:pathLst>
                <a:path extrusionOk="0" h="862" w="869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2361481" y="1958570"/>
              <a:ext cx="1779" cy="2064"/>
            </a:xfrm>
            <a:custGeom>
              <a:rect b="b" l="l" r="r" t="t"/>
              <a:pathLst>
                <a:path extrusionOk="0" h="152" w="131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2314910" y="1908374"/>
              <a:ext cx="47019" cy="40325"/>
            </a:xfrm>
            <a:custGeom>
              <a:rect b="b" l="l" r="r" t="t"/>
              <a:pathLst>
                <a:path extrusionOk="0" h="2970" w="3463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2327266" y="1910329"/>
              <a:ext cx="625" cy="679"/>
            </a:xfrm>
            <a:custGeom>
              <a:rect b="b" l="l" r="r" t="t"/>
              <a:pathLst>
                <a:path extrusionOk="0" h="50" w="46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2324034" y="1913126"/>
              <a:ext cx="489" cy="353"/>
            </a:xfrm>
            <a:custGeom>
              <a:rect b="b" l="l" r="r" t="t"/>
              <a:pathLst>
                <a:path extrusionOk="0" h="26" w="36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2325881" y="1911660"/>
              <a:ext cx="638" cy="489"/>
            </a:xfrm>
            <a:custGeom>
              <a:rect b="b" l="l" r="r" t="t"/>
              <a:pathLst>
                <a:path extrusionOk="0" h="36" w="47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2324605" y="1912705"/>
              <a:ext cx="530" cy="394"/>
            </a:xfrm>
            <a:custGeom>
              <a:rect b="b" l="l" r="r" t="t"/>
              <a:pathLst>
                <a:path extrusionOk="0" h="29" w="39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325216" y="1912230"/>
              <a:ext cx="584" cy="434"/>
            </a:xfrm>
            <a:custGeom>
              <a:rect b="b" l="l" r="r" t="t"/>
              <a:pathLst>
                <a:path extrusionOk="0" h="32" w="43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328026" y="1909515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2326546" y="1911035"/>
              <a:ext cx="679" cy="584"/>
            </a:xfrm>
            <a:custGeom>
              <a:rect b="b" l="l" r="r" t="t"/>
              <a:pathLst>
                <a:path extrusionOk="0" h="43" w="5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2328732" y="1908619"/>
              <a:ext cx="679" cy="774"/>
            </a:xfrm>
            <a:custGeom>
              <a:rect b="b" l="l" r="r" t="t"/>
              <a:pathLst>
                <a:path extrusionOk="0" h="57" w="5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2315196" y="1925726"/>
              <a:ext cx="869" cy="1629"/>
            </a:xfrm>
            <a:custGeom>
              <a:rect b="b" l="l" r="r" t="t"/>
              <a:pathLst>
                <a:path extrusionOk="0" h="120" w="64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2315481" y="1933384"/>
              <a:ext cx="204" cy="869"/>
            </a:xfrm>
            <a:custGeom>
              <a:rect b="b" l="l" r="r" t="t"/>
              <a:pathLst>
                <a:path extrusionOk="0" h="64" w="15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315046" y="1928062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2315100" y="1927396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2361250" y="194817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5"/>
            <p:cNvSpPr/>
            <p:nvPr/>
          </p:nvSpPr>
          <p:spPr>
            <a:xfrm>
              <a:off x="2361861" y="194773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5"/>
            <p:cNvSpPr/>
            <p:nvPr/>
          </p:nvSpPr>
          <p:spPr>
            <a:xfrm>
              <a:off x="2360870" y="194849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2361481" y="194798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2361060" y="194836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2360721" y="194864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5"/>
            <p:cNvSpPr/>
            <p:nvPr/>
          </p:nvSpPr>
          <p:spPr>
            <a:xfrm>
              <a:off x="2289045" y="1932474"/>
              <a:ext cx="108104" cy="83909"/>
            </a:xfrm>
            <a:custGeom>
              <a:rect b="b" l="l" r="r" t="t"/>
              <a:pathLst>
                <a:path extrusionOk="0" h="6180" w="7962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5"/>
            <p:cNvSpPr/>
            <p:nvPr/>
          </p:nvSpPr>
          <p:spPr>
            <a:xfrm>
              <a:off x="2360015" y="196271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2360965" y="1967409"/>
              <a:ext cx="3761" cy="4861"/>
            </a:xfrm>
            <a:custGeom>
              <a:rect b="b" l="l" r="r" t="t"/>
              <a:pathLst>
                <a:path extrusionOk="0" h="358" w="277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2359580" y="19647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2360205" y="1962087"/>
              <a:ext cx="299" cy="489"/>
            </a:xfrm>
            <a:custGeom>
              <a:rect b="b" l="l" r="r" t="t"/>
              <a:pathLst>
                <a:path extrusionOk="0" h="36" w="22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5"/>
            <p:cNvSpPr/>
            <p:nvPr/>
          </p:nvSpPr>
          <p:spPr>
            <a:xfrm>
              <a:off x="2354027" y="2011522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5"/>
            <p:cNvSpPr/>
            <p:nvPr/>
          </p:nvSpPr>
          <p:spPr>
            <a:xfrm>
              <a:off x="2353647" y="2011577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2356159" y="2010572"/>
              <a:ext cx="3815" cy="543"/>
            </a:xfrm>
            <a:custGeom>
              <a:rect b="b" l="l" r="r" t="t"/>
              <a:pathLst>
                <a:path extrusionOk="0" h="40" w="281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5"/>
            <p:cNvSpPr/>
            <p:nvPr/>
          </p:nvSpPr>
          <p:spPr>
            <a:xfrm>
              <a:off x="2314720" y="1939562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5"/>
            <p:cNvSpPr/>
            <p:nvPr/>
          </p:nvSpPr>
          <p:spPr>
            <a:xfrm>
              <a:off x="2314381" y="1940268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5"/>
            <p:cNvSpPr/>
            <p:nvPr/>
          </p:nvSpPr>
          <p:spPr>
            <a:xfrm>
              <a:off x="2315005" y="1938896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2315236" y="1938231"/>
              <a:ext cx="204" cy="625"/>
            </a:xfrm>
            <a:custGeom>
              <a:rect b="b" l="l" r="r" t="t"/>
              <a:pathLst>
                <a:path extrusionOk="0" h="46" w="15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2314055" y="1940933"/>
              <a:ext cx="244" cy="489"/>
            </a:xfrm>
            <a:custGeom>
              <a:rect b="b" l="l" r="r" t="t"/>
              <a:pathLst>
                <a:path extrusionOk="0" h="36" w="18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2315481" y="19375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5"/>
            <p:cNvSpPr/>
            <p:nvPr/>
          </p:nvSpPr>
          <p:spPr>
            <a:xfrm>
              <a:off x="2296038" y="1987707"/>
              <a:ext cx="1955" cy="2444"/>
            </a:xfrm>
            <a:custGeom>
              <a:rect b="b" l="l" r="r" t="t"/>
              <a:pathLst>
                <a:path extrusionOk="0" h="180" w="144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2315807" y="1936086"/>
              <a:ext cx="68" cy="584"/>
            </a:xfrm>
            <a:custGeom>
              <a:rect b="b" l="l" r="r" t="t"/>
              <a:pathLst>
                <a:path extrusionOk="0" h="43" w="5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315671" y="1936751"/>
              <a:ext cx="149" cy="638"/>
            </a:xfrm>
            <a:custGeom>
              <a:rect b="b" l="l" r="r" t="t"/>
              <a:pathLst>
                <a:path extrusionOk="0" h="47" w="11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309534" y="200639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308909" y="2000973"/>
              <a:ext cx="1344" cy="3775"/>
            </a:xfrm>
            <a:custGeom>
              <a:rect b="b" l="l" r="r" t="t"/>
              <a:pathLst>
                <a:path extrusionOk="0" h="278" w="99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309344" y="20077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300029" y="196404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359064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354407" y="19528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355779" y="195096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353932" y="1953533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5"/>
            <p:cNvSpPr/>
            <p:nvPr/>
          </p:nvSpPr>
          <p:spPr>
            <a:xfrm>
              <a:off x="2358915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2354828" y="19522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2358779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2359445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2356118" y="195045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2360056" y="196176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2359730" y="196151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2355263" y="195159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2356539" y="194992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2360490" y="19620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2319703" y="19359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2355113" y="1947735"/>
              <a:ext cx="1724" cy="1779"/>
            </a:xfrm>
            <a:custGeom>
              <a:rect b="b" l="l" r="r" t="t"/>
              <a:pathLst>
                <a:path extrusionOk="0" h="131" w="127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2320464" y="193614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2320423" y="193614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2320233" y="1936086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2315861" y="1935950"/>
              <a:ext cx="1860" cy="54"/>
            </a:xfrm>
            <a:custGeom>
              <a:rect b="b" l="l" r="r" t="t"/>
              <a:pathLst>
                <a:path extrusionOk="0" h="4" w="137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2319893" y="193604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2320369" y="1936086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2320083" y="193604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341998" y="1935000"/>
              <a:ext cx="12994" cy="12600"/>
            </a:xfrm>
            <a:custGeom>
              <a:rect b="b" l="l" r="r" t="t"/>
              <a:pathLst>
                <a:path extrusionOk="0" h="928" w="957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25121" y="1932284"/>
              <a:ext cx="923" cy="448"/>
            </a:xfrm>
            <a:custGeom>
              <a:rect b="b" l="l" r="r" t="t"/>
              <a:pathLst>
                <a:path extrusionOk="0" h="33" w="68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318753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319133" y="1935950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31833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231776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2338902" y="1934945"/>
              <a:ext cx="2539" cy="109"/>
            </a:xfrm>
            <a:custGeom>
              <a:rect b="b" l="l" r="r" t="t"/>
              <a:pathLst>
                <a:path extrusionOk="0" h="8" w="187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2319418" y="19359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2306153" y="1772952"/>
              <a:ext cx="8296" cy="11568"/>
            </a:xfrm>
            <a:custGeom>
              <a:rect b="b" l="l" r="r" t="t"/>
              <a:pathLst>
                <a:path extrusionOk="0" h="852" w="611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2309669" y="1752192"/>
              <a:ext cx="47929" cy="38750"/>
            </a:xfrm>
            <a:custGeom>
              <a:rect b="b" l="l" r="r" t="t"/>
              <a:pathLst>
                <a:path extrusionOk="0" h="2854" w="353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2314625" y="1772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2313770" y="1779334"/>
              <a:ext cx="190" cy="204"/>
            </a:xfrm>
            <a:custGeom>
              <a:rect b="b" l="l" r="r" t="t"/>
              <a:pathLst>
                <a:path extrusionOk="0" h="15" w="14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2315671" y="177342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2315521" y="177323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2313485" y="177152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2314055" y="177904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2314530" y="1778519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2313811" y="1771676"/>
              <a:ext cx="244" cy="149"/>
            </a:xfrm>
            <a:custGeom>
              <a:rect b="b" l="l" r="r" t="t"/>
              <a:pathLst>
                <a:path extrusionOk="0" h="11" w="18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314096" y="177186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2315386" y="177300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2315236" y="177281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2315046" y="177257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314286" y="177870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2310769" y="1783081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2310335" y="1783651"/>
              <a:ext cx="394" cy="638"/>
            </a:xfrm>
            <a:custGeom>
              <a:rect b="b" l="l" r="r" t="t"/>
              <a:pathLst>
                <a:path extrusionOk="0" h="47" w="29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2309669" y="1784982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313430" y="1779659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2311190" y="178251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2314856" y="17723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2313091" y="1780094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2312765" y="1780515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2312385" y="178099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2312005" y="178146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2311625" y="178199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2309955" y="1784276"/>
              <a:ext cx="394" cy="584"/>
            </a:xfrm>
            <a:custGeom>
              <a:rect b="b" l="l" r="r" t="t"/>
              <a:pathLst>
                <a:path extrusionOk="0" h="43" w="29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2312141" y="177124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2312616" y="177129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2311665" y="177114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2313050" y="1771431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2978891" y="1743340"/>
              <a:ext cx="24684" cy="32355"/>
            </a:xfrm>
            <a:custGeom>
              <a:rect b="b" l="l" r="r" t="t"/>
              <a:pathLst>
                <a:path extrusionOk="0" h="2383" w="1818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2700253" y="1844234"/>
              <a:ext cx="29287" cy="39198"/>
            </a:xfrm>
            <a:custGeom>
              <a:rect b="b" l="l" r="r" t="t"/>
              <a:pathLst>
                <a:path extrusionOk="0" h="2887" w="2157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5"/>
            <p:cNvSpPr/>
            <p:nvPr/>
          </p:nvSpPr>
          <p:spPr>
            <a:xfrm>
              <a:off x="2556128" y="1768064"/>
              <a:ext cx="203975" cy="215624"/>
            </a:xfrm>
            <a:custGeom>
              <a:rect b="b" l="l" r="r" t="t"/>
              <a:pathLst>
                <a:path extrusionOk="0" h="15881" w="15023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2702915" y="1869217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2730382" y="1871783"/>
              <a:ext cx="204" cy="1290"/>
            </a:xfrm>
            <a:custGeom>
              <a:rect b="b" l="l" r="r" t="t"/>
              <a:pathLst>
                <a:path extrusionOk="0" h="95" w="15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2703105" y="187001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2702480" y="186773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2701774" y="1865795"/>
              <a:ext cx="204" cy="489"/>
            </a:xfrm>
            <a:custGeom>
              <a:rect b="b" l="l" r="r" t="t"/>
              <a:pathLst>
                <a:path extrusionOk="0" h="36" w="15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2730667" y="1873439"/>
              <a:ext cx="163" cy="964"/>
            </a:xfrm>
            <a:custGeom>
              <a:rect b="b" l="l" r="r" t="t"/>
              <a:pathLst>
                <a:path extrusionOk="0" h="71" w="12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2730911" y="1874919"/>
              <a:ext cx="149" cy="1005"/>
            </a:xfrm>
            <a:custGeom>
              <a:rect b="b" l="l" r="r" t="t"/>
              <a:pathLst>
                <a:path extrusionOk="0" h="74" w="11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2702290" y="1867071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2703675" y="1872638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2703485" y="187172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2702670" y="1868497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2731142" y="187634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2699819" y="1855802"/>
              <a:ext cx="1969" cy="10007"/>
            </a:xfrm>
            <a:custGeom>
              <a:rect b="b" l="l" r="r" t="t"/>
              <a:pathLst>
                <a:path extrusionOk="0" h="737" w="145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2704191" y="1876345"/>
              <a:ext cx="68" cy="530"/>
            </a:xfrm>
            <a:custGeom>
              <a:rect b="b" l="l" r="r" t="t"/>
              <a:pathLst>
                <a:path extrusionOk="0" h="39" w="5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2698543" y="1845022"/>
              <a:ext cx="299" cy="1195"/>
            </a:xfrm>
            <a:custGeom>
              <a:rect b="b" l="l" r="r" t="t"/>
              <a:pathLst>
                <a:path extrusionOk="0" h="88" w="22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2703295" y="1870873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2703960" y="1874485"/>
              <a:ext cx="54" cy="489"/>
            </a:xfrm>
            <a:custGeom>
              <a:rect b="b" l="l" r="r" t="t"/>
              <a:pathLst>
                <a:path extrusionOk="0" h="36" w="4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2704245" y="1877241"/>
              <a:ext cx="54" cy="543"/>
            </a:xfrm>
            <a:custGeom>
              <a:rect b="b" l="l" r="r" t="t"/>
              <a:pathLst>
                <a:path extrusionOk="0" h="40" w="4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2704055" y="1875394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2704286" y="1878151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2703811" y="1873534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2702059" y="1866460"/>
              <a:ext cx="149" cy="339"/>
            </a:xfrm>
            <a:custGeom>
              <a:rect b="b" l="l" r="r" t="t"/>
              <a:pathLst>
                <a:path extrusionOk="0" h="25" w="11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2698923" y="1616037"/>
              <a:ext cx="231211" cy="97731"/>
            </a:xfrm>
            <a:custGeom>
              <a:rect b="b" l="l" r="r" t="t"/>
              <a:pathLst>
                <a:path extrusionOk="0" h="7198" w="17029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2305162" y="1791540"/>
              <a:ext cx="1914" cy="7047"/>
            </a:xfrm>
            <a:custGeom>
              <a:rect b="b" l="l" r="r" t="t"/>
              <a:pathLst>
                <a:path extrusionOk="0" h="519" w="141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2298930" y="1785457"/>
              <a:ext cx="8853" cy="26449"/>
            </a:xfrm>
            <a:custGeom>
              <a:rect b="b" l="l" r="r" t="t"/>
              <a:pathLst>
                <a:path extrusionOk="0" h="1948" w="652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2298889" y="1800908"/>
              <a:ext cx="4426" cy="10848"/>
            </a:xfrm>
            <a:custGeom>
              <a:rect b="b" l="l" r="r" t="t"/>
              <a:pathLst>
                <a:path extrusionOk="0" h="799" w="326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2303397" y="1796441"/>
              <a:ext cx="163" cy="434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2307063" y="1789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5"/>
            <p:cNvSpPr/>
            <p:nvPr/>
          </p:nvSpPr>
          <p:spPr>
            <a:xfrm>
              <a:off x="2305542" y="178992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5"/>
            <p:cNvSpPr/>
            <p:nvPr/>
          </p:nvSpPr>
          <p:spPr>
            <a:xfrm>
              <a:off x="2305827" y="178982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>
              <a:off x="2304021" y="1798193"/>
              <a:ext cx="339" cy="584"/>
            </a:xfrm>
            <a:custGeom>
              <a:rect b="b" l="l" r="r" t="t"/>
              <a:pathLst>
                <a:path extrusionOk="0" h="43" w="25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>
              <a:off x="2303546" y="1796916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>
              <a:off x="2304877" y="1799618"/>
              <a:ext cx="530" cy="679"/>
            </a:xfrm>
            <a:custGeom>
              <a:rect b="b" l="l" r="r" t="t"/>
              <a:pathLst>
                <a:path extrusionOk="0" h="50" w="39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>
              <a:off x="2305447" y="1800379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>
              <a:off x="2304401" y="179885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>
              <a:off x="2305637" y="178988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>
              <a:off x="2306017" y="17897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>
              <a:off x="2303397" y="1796102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>
              <a:off x="2303736" y="179748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>
              <a:off x="2304917" y="1785036"/>
              <a:ext cx="29300" cy="32097"/>
            </a:xfrm>
            <a:custGeom>
              <a:rect b="b" l="l" r="r" t="t"/>
              <a:pathLst>
                <a:path extrusionOk="0" h="2364" w="2158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>
              <a:off x="2328977" y="1785036"/>
              <a:ext cx="3001" cy="1534"/>
            </a:xfrm>
            <a:custGeom>
              <a:rect b="b" l="l" r="r" t="t"/>
              <a:pathLst>
                <a:path extrusionOk="0" h="113" w="221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>
              <a:off x="2317422" y="1791784"/>
              <a:ext cx="584" cy="394"/>
            </a:xfrm>
            <a:custGeom>
              <a:rect b="b" l="l" r="r" t="t"/>
              <a:pathLst>
                <a:path extrusionOk="0" h="29" w="43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>
              <a:off x="2308773" y="179206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>
              <a:off x="2308013" y="1799293"/>
              <a:ext cx="54" cy="625"/>
            </a:xfrm>
            <a:custGeom>
              <a:rect b="b" l="l" r="r" t="t"/>
              <a:pathLst>
                <a:path extrusionOk="0" h="46" w="4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>
              <a:off x="2309058" y="1789829"/>
              <a:ext cx="54" cy="394"/>
            </a:xfrm>
            <a:custGeom>
              <a:rect b="b" l="l" r="r" t="t"/>
              <a:pathLst>
                <a:path extrusionOk="0" h="29" w="4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>
              <a:off x="2308339" y="1792300"/>
              <a:ext cx="353" cy="3815"/>
            </a:xfrm>
            <a:custGeom>
              <a:rect b="b" l="l" r="r" t="t"/>
              <a:pathLst>
                <a:path extrusionOk="0" h="281" w="26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>
              <a:off x="2307633" y="1800949"/>
              <a:ext cx="299" cy="1819"/>
            </a:xfrm>
            <a:custGeom>
              <a:rect b="b" l="l" r="r" t="t"/>
              <a:pathLst>
                <a:path extrusionOk="0" h="134" w="22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>
              <a:off x="2308244" y="1796767"/>
              <a:ext cx="68" cy="638"/>
            </a:xfrm>
            <a:custGeom>
              <a:rect b="b" l="l" r="r" t="t"/>
              <a:pathLst>
                <a:path extrusionOk="0" h="47" w="5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>
              <a:off x="2308108" y="1797772"/>
              <a:ext cx="109" cy="1005"/>
            </a:xfrm>
            <a:custGeom>
              <a:rect b="b" l="l" r="r" t="t"/>
              <a:pathLst>
                <a:path extrusionOk="0" h="74" w="8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>
              <a:off x="2306397" y="1805701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>
              <a:off x="2307918" y="1800528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>
              <a:off x="2307388" y="1803284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5"/>
            <p:cNvSpPr/>
            <p:nvPr/>
          </p:nvSpPr>
          <p:spPr>
            <a:xfrm>
              <a:off x="2306587" y="18051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5"/>
            <p:cNvSpPr/>
            <p:nvPr/>
          </p:nvSpPr>
          <p:spPr>
            <a:xfrm>
              <a:off x="2308868" y="1791404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2307538" y="1802809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2307253" y="1803705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2307103" y="1804045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2306248" y="1806041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2306492" y="180537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2305393" y="1809652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2304687" y="1814404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304917" y="181231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2305868" y="1807561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2305732" y="1808186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2305107" y="181136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304782" y="1813359"/>
              <a:ext cx="109" cy="638"/>
            </a:xfrm>
            <a:custGeom>
              <a:rect b="b" l="l" r="r" t="t"/>
              <a:pathLst>
                <a:path extrusionOk="0" h="47" w="8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2305257" y="1810467"/>
              <a:ext cx="109" cy="530"/>
            </a:xfrm>
            <a:custGeom>
              <a:rect b="b" l="l" r="r" t="t"/>
              <a:pathLst>
                <a:path extrusionOk="0" h="39" w="8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2305542" y="1808892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2306112" y="1806516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2306017" y="1806991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306682" y="1804370"/>
              <a:ext cx="434" cy="774"/>
            </a:xfrm>
            <a:custGeom>
              <a:rect b="b" l="l" r="r" t="t"/>
              <a:pathLst>
                <a:path extrusionOk="0" h="57" w="32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307633" y="180228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2307769" y="180161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307823" y="1800759"/>
              <a:ext cx="109" cy="448"/>
            </a:xfrm>
            <a:custGeom>
              <a:rect b="b" l="l" r="r" t="t"/>
              <a:pathLst>
                <a:path extrusionOk="0" h="33" w="8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2564356" y="1700353"/>
              <a:ext cx="79157" cy="32179"/>
            </a:xfrm>
            <a:custGeom>
              <a:rect b="b" l="l" r="r" t="t"/>
              <a:pathLst>
                <a:path extrusionOk="0" h="2370" w="583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2342432" y="1695723"/>
              <a:ext cx="47874" cy="20841"/>
            </a:xfrm>
            <a:custGeom>
              <a:rect b="b" l="l" r="r" t="t"/>
              <a:pathLst>
                <a:path extrusionOk="0" h="1535" w="3526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2240180" y="1709559"/>
              <a:ext cx="19076" cy="11745"/>
            </a:xfrm>
            <a:custGeom>
              <a:rect b="b" l="l" r="r" t="t"/>
              <a:pathLst>
                <a:path extrusionOk="0" h="865" w="1405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2239949" y="1709871"/>
              <a:ext cx="136291" cy="51934"/>
            </a:xfrm>
            <a:custGeom>
              <a:rect b="b" l="l" r="r" t="t"/>
              <a:pathLst>
                <a:path extrusionOk="0" h="3825" w="10038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2314381" y="1759456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231453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2314625" y="175827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2314571" y="175860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2314435" y="1759171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2314150" y="175970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2312575" y="17614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2313811" y="176055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2313580" y="17607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2338427" y="1752993"/>
              <a:ext cx="4630" cy="1439"/>
            </a:xfrm>
            <a:custGeom>
              <a:rect b="b" l="l" r="r" t="t"/>
              <a:pathLst>
                <a:path extrusionOk="0" h="106" w="341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2312236" y="176160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2314001" y="1760312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2312955" y="176122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2356254" y="1750291"/>
              <a:ext cx="1344" cy="285"/>
            </a:xfrm>
            <a:custGeom>
              <a:rect b="b" l="l" r="r" t="t"/>
              <a:pathLst>
                <a:path extrusionOk="0" h="21" w="99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2314720" y="1754758"/>
              <a:ext cx="2009" cy="2770"/>
            </a:xfrm>
            <a:custGeom>
              <a:rect b="b" l="l" r="r" t="t"/>
              <a:pathLst>
                <a:path extrusionOk="0" h="204" w="148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2313335" y="176103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2360911" y="17135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2360531" y="171368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2361291" y="171344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2364332" y="1715628"/>
              <a:ext cx="1208" cy="1724"/>
            </a:xfrm>
            <a:custGeom>
              <a:rect b="b" l="l" r="r" t="t"/>
              <a:pathLst>
                <a:path extrusionOk="0" h="127" w="89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2358725" y="171391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2354163" y="1713822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2353552" y="1713781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2359200" y="171387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5"/>
            <p:cNvSpPr/>
            <p:nvPr/>
          </p:nvSpPr>
          <p:spPr>
            <a:xfrm>
              <a:off x="2365812" y="17178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5"/>
            <p:cNvSpPr/>
            <p:nvPr/>
          </p:nvSpPr>
          <p:spPr>
            <a:xfrm>
              <a:off x="2354788" y="171387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2355358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2357680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2359675" y="171382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235820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235653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2360110" y="171378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2357299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235596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2628523" y="1764588"/>
              <a:ext cx="15085" cy="14419"/>
            </a:xfrm>
            <a:custGeom>
              <a:rect b="b" l="l" r="r" t="t"/>
              <a:pathLst>
                <a:path extrusionOk="0" h="1062" w="1111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634090" y="1775192"/>
              <a:ext cx="964" cy="2620"/>
            </a:xfrm>
            <a:custGeom>
              <a:rect b="b" l="l" r="r" t="t"/>
              <a:pathLst>
                <a:path extrusionOk="0" h="193" w="71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633846" y="177500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628483" y="1768349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634891" y="1778858"/>
              <a:ext cx="14" cy="95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629148" y="1769341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634986" y="177789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628904" y="176886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629379" y="1769816"/>
              <a:ext cx="204" cy="489"/>
            </a:xfrm>
            <a:custGeom>
              <a:rect b="b" l="l" r="r" t="t"/>
              <a:pathLst>
                <a:path extrusionOk="0" h="36" w="15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2964159" y="1702797"/>
              <a:ext cx="47345" cy="45539"/>
            </a:xfrm>
            <a:custGeom>
              <a:rect b="b" l="l" r="r" t="t"/>
              <a:pathLst>
                <a:path extrusionOk="0" h="3354" w="3487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2991817" y="174253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2987920" y="1742769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2992387" y="1742294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980547" y="1745770"/>
              <a:ext cx="774" cy="584"/>
            </a:xfrm>
            <a:custGeom>
              <a:rect b="b" l="l" r="r" t="t"/>
              <a:pathLst>
                <a:path extrusionOk="0" h="43" w="57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2979556" y="1746476"/>
              <a:ext cx="815" cy="584"/>
            </a:xfrm>
            <a:custGeom>
              <a:rect b="b" l="l" r="r" t="t"/>
              <a:pathLst>
                <a:path extrusionOk="0" h="43" w="6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982312" y="1744100"/>
              <a:ext cx="1154" cy="964"/>
            </a:xfrm>
            <a:custGeom>
              <a:rect b="b" l="l" r="r" t="t"/>
              <a:pathLst>
                <a:path extrusionOk="0" h="71" w="85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989101" y="1742674"/>
              <a:ext cx="1398" cy="14"/>
            </a:xfrm>
            <a:custGeom>
              <a:rect b="b" l="l" r="r" t="t"/>
              <a:pathLst>
                <a:path extrusionOk="0" h="1" w="103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2993052" y="1741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2991111" y="174267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2643975" y="1811444"/>
              <a:ext cx="54487" cy="30006"/>
            </a:xfrm>
            <a:custGeom>
              <a:rect b="b" l="l" r="r" t="t"/>
              <a:pathLst>
                <a:path extrusionOk="0" h="2210" w="4013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2645115" y="1813508"/>
              <a:ext cx="3001" cy="3381"/>
            </a:xfrm>
            <a:custGeom>
              <a:rect b="b" l="l" r="r" t="t"/>
              <a:pathLst>
                <a:path extrusionOk="0" h="249" w="221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2697592" y="1832327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650763" y="1826149"/>
              <a:ext cx="2878" cy="1955"/>
            </a:xfrm>
            <a:custGeom>
              <a:rect b="b" l="l" r="r" t="t"/>
              <a:pathLst>
                <a:path extrusionOk="0" h="144" w="212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2697633" y="1831892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658856" y="1830426"/>
              <a:ext cx="5811" cy="3381"/>
            </a:xfrm>
            <a:custGeom>
              <a:rect b="b" l="l" r="r" t="t"/>
              <a:pathLst>
                <a:path extrusionOk="0" h="249" w="428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2726960" y="1826773"/>
              <a:ext cx="59904" cy="135897"/>
            </a:xfrm>
            <a:custGeom>
              <a:rect b="b" l="l" r="r" t="t"/>
              <a:pathLst>
                <a:path extrusionOk="0" h="10009" w="4412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2728671" y="188366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5"/>
            <p:cNvSpPr/>
            <p:nvPr/>
          </p:nvSpPr>
          <p:spPr>
            <a:xfrm>
              <a:off x="2729241" y="188303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2728155" y="1883989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2728820" y="18835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2728440" y="1883799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2727341" y="1884518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2727775" y="188423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2726825" y="1884844"/>
              <a:ext cx="394" cy="394"/>
            </a:xfrm>
            <a:custGeom>
              <a:rect b="b" l="l" r="r" t="t"/>
              <a:pathLst>
                <a:path extrusionOk="0" h="29" w="29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2729296" y="1878531"/>
              <a:ext cx="1914" cy="4331"/>
            </a:xfrm>
            <a:custGeom>
              <a:rect b="b" l="l" r="r" t="t"/>
              <a:pathLst>
                <a:path extrusionOk="0" h="319" w="141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2733668" y="18746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2760334" y="1831037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2760565" y="183080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2760945" y="183023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2760089" y="183122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2760755" y="1830521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2761135" y="182995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2755297" y="18362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2734374" y="1864885"/>
              <a:ext cx="1059" cy="5010"/>
            </a:xfrm>
            <a:custGeom>
              <a:rect b="b" l="l" r="r" t="t"/>
              <a:pathLst>
                <a:path extrusionOk="0" h="369" w="78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2731903" y="1878151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2761135" y="1836658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5"/>
            <p:cNvSpPr/>
            <p:nvPr/>
          </p:nvSpPr>
          <p:spPr>
            <a:xfrm>
              <a:off x="2755527" y="1836128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5"/>
            <p:cNvSpPr/>
            <p:nvPr/>
          </p:nvSpPr>
          <p:spPr>
            <a:xfrm>
              <a:off x="2761990" y="182780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5"/>
            <p:cNvSpPr/>
            <p:nvPr/>
          </p:nvSpPr>
          <p:spPr>
            <a:xfrm>
              <a:off x="2762045" y="1827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5"/>
            <p:cNvSpPr/>
            <p:nvPr/>
          </p:nvSpPr>
          <p:spPr>
            <a:xfrm>
              <a:off x="2732717" y="18777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5"/>
            <p:cNvSpPr/>
            <p:nvPr/>
          </p:nvSpPr>
          <p:spPr>
            <a:xfrm>
              <a:off x="2761895" y="182805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5"/>
            <p:cNvSpPr/>
            <p:nvPr/>
          </p:nvSpPr>
          <p:spPr>
            <a:xfrm>
              <a:off x="2761325" y="182966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5"/>
            <p:cNvSpPr/>
            <p:nvPr/>
          </p:nvSpPr>
          <p:spPr>
            <a:xfrm>
              <a:off x="2732188" y="187805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5"/>
            <p:cNvSpPr/>
            <p:nvPr/>
          </p:nvSpPr>
          <p:spPr>
            <a:xfrm>
              <a:off x="2761855" y="182833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5"/>
            <p:cNvSpPr/>
            <p:nvPr/>
          </p:nvSpPr>
          <p:spPr>
            <a:xfrm>
              <a:off x="2761474" y="18292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5"/>
            <p:cNvSpPr/>
            <p:nvPr/>
          </p:nvSpPr>
          <p:spPr>
            <a:xfrm>
              <a:off x="2761610" y="1828905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5"/>
            <p:cNvSpPr/>
            <p:nvPr/>
          </p:nvSpPr>
          <p:spPr>
            <a:xfrm>
              <a:off x="2761705" y="1828620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5"/>
            <p:cNvSpPr/>
            <p:nvPr/>
          </p:nvSpPr>
          <p:spPr>
            <a:xfrm>
              <a:off x="2732473" y="18779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5"/>
            <p:cNvSpPr/>
            <p:nvPr/>
          </p:nvSpPr>
          <p:spPr>
            <a:xfrm>
              <a:off x="2731197" y="187815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5"/>
            <p:cNvSpPr/>
            <p:nvPr/>
          </p:nvSpPr>
          <p:spPr>
            <a:xfrm>
              <a:off x="2755867" y="183608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5"/>
            <p:cNvSpPr/>
            <p:nvPr/>
          </p:nvSpPr>
          <p:spPr>
            <a:xfrm>
              <a:off x="2730911" y="1878246"/>
              <a:ext cx="584" cy="625"/>
            </a:xfrm>
            <a:custGeom>
              <a:rect b="b" l="l" r="r" t="t"/>
              <a:pathLst>
                <a:path extrusionOk="0" h="46" w="43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5"/>
            <p:cNvSpPr/>
            <p:nvPr/>
          </p:nvSpPr>
          <p:spPr>
            <a:xfrm>
              <a:off x="2705196" y="1828905"/>
              <a:ext cx="20163" cy="10197"/>
            </a:xfrm>
            <a:custGeom>
              <a:rect b="b" l="l" r="r" t="t"/>
              <a:pathLst>
                <a:path extrusionOk="0" h="751" w="1485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5"/>
            <p:cNvSpPr/>
            <p:nvPr/>
          </p:nvSpPr>
          <p:spPr>
            <a:xfrm>
              <a:off x="2713179" y="183831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5"/>
            <p:cNvSpPr/>
            <p:nvPr/>
          </p:nvSpPr>
          <p:spPr>
            <a:xfrm>
              <a:off x="2712039" y="1838178"/>
              <a:ext cx="489" cy="54"/>
            </a:xfrm>
            <a:custGeom>
              <a:rect b="b" l="l" r="r" t="t"/>
              <a:pathLst>
                <a:path extrusionOk="0" h="4" w="36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5"/>
            <p:cNvSpPr/>
            <p:nvPr/>
          </p:nvSpPr>
          <p:spPr>
            <a:xfrm>
              <a:off x="2713804" y="183850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2711523" y="1838178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2723403" y="1831851"/>
              <a:ext cx="394" cy="679"/>
            </a:xfrm>
            <a:custGeom>
              <a:rect b="b" l="l" r="r" t="t"/>
              <a:pathLst>
                <a:path extrusionOk="0" h="50" w="29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5"/>
            <p:cNvSpPr/>
            <p:nvPr/>
          </p:nvSpPr>
          <p:spPr>
            <a:xfrm>
              <a:off x="2706051" y="1837079"/>
              <a:ext cx="2105" cy="638"/>
            </a:xfrm>
            <a:custGeom>
              <a:rect b="b" l="l" r="r" t="t"/>
              <a:pathLst>
                <a:path extrusionOk="0" h="47" w="155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5"/>
            <p:cNvSpPr/>
            <p:nvPr/>
          </p:nvSpPr>
          <p:spPr>
            <a:xfrm>
              <a:off x="2710857" y="1838219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5"/>
            <p:cNvSpPr/>
            <p:nvPr/>
          </p:nvSpPr>
          <p:spPr>
            <a:xfrm>
              <a:off x="2712568" y="1838219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5"/>
            <p:cNvSpPr/>
            <p:nvPr/>
          </p:nvSpPr>
          <p:spPr>
            <a:xfrm>
              <a:off x="2798745" y="1868022"/>
              <a:ext cx="52056" cy="110847"/>
            </a:xfrm>
            <a:custGeom>
              <a:rect b="b" l="l" r="r" t="t"/>
              <a:pathLst>
                <a:path extrusionOk="0" h="8164" w="3834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5"/>
            <p:cNvSpPr/>
            <p:nvPr/>
          </p:nvSpPr>
          <p:spPr>
            <a:xfrm>
              <a:off x="2799356" y="1936670"/>
              <a:ext cx="40800" cy="29477"/>
            </a:xfrm>
            <a:custGeom>
              <a:rect b="b" l="l" r="r" t="t"/>
              <a:pathLst>
                <a:path extrusionOk="0" h="2171" w="3005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5"/>
            <p:cNvSpPr/>
            <p:nvPr/>
          </p:nvSpPr>
          <p:spPr>
            <a:xfrm>
              <a:off x="2816708" y="19650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5"/>
            <p:cNvSpPr/>
            <p:nvPr/>
          </p:nvSpPr>
          <p:spPr>
            <a:xfrm>
              <a:off x="2815798" y="1965563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5"/>
            <p:cNvSpPr/>
            <p:nvPr/>
          </p:nvSpPr>
          <p:spPr>
            <a:xfrm>
              <a:off x="2817033" y="1964802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5"/>
            <p:cNvSpPr/>
            <p:nvPr/>
          </p:nvSpPr>
          <p:spPr>
            <a:xfrm>
              <a:off x="2815133" y="1965848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5"/>
            <p:cNvSpPr/>
            <p:nvPr/>
          </p:nvSpPr>
          <p:spPr>
            <a:xfrm>
              <a:off x="2816273" y="1965277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5"/>
            <p:cNvSpPr/>
            <p:nvPr/>
          </p:nvSpPr>
          <p:spPr>
            <a:xfrm>
              <a:off x="2838147" y="1943839"/>
              <a:ext cx="625" cy="1059"/>
            </a:xfrm>
            <a:custGeom>
              <a:rect b="b" l="l" r="r" t="t"/>
              <a:pathLst>
                <a:path extrusionOk="0" h="78" w="46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5"/>
            <p:cNvSpPr/>
            <p:nvPr/>
          </p:nvSpPr>
          <p:spPr>
            <a:xfrm>
              <a:off x="2818364" y="1963702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5"/>
            <p:cNvSpPr/>
            <p:nvPr/>
          </p:nvSpPr>
          <p:spPr>
            <a:xfrm>
              <a:off x="2836096" y="1936710"/>
              <a:ext cx="2064" cy="7142"/>
            </a:xfrm>
            <a:custGeom>
              <a:rect b="b" l="l" r="r" t="t"/>
              <a:pathLst>
                <a:path extrusionOk="0" h="526" w="152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5"/>
            <p:cNvSpPr/>
            <p:nvPr/>
          </p:nvSpPr>
          <p:spPr>
            <a:xfrm>
              <a:off x="2817373" y="19646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5"/>
            <p:cNvSpPr/>
            <p:nvPr/>
          </p:nvSpPr>
          <p:spPr>
            <a:xfrm>
              <a:off x="2818364" y="1962616"/>
              <a:ext cx="543" cy="1005"/>
            </a:xfrm>
            <a:custGeom>
              <a:rect b="b" l="l" r="r" t="t"/>
              <a:pathLst>
                <a:path extrusionOk="0" h="74" w="4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5"/>
            <p:cNvSpPr/>
            <p:nvPr/>
          </p:nvSpPr>
          <p:spPr>
            <a:xfrm>
              <a:off x="2818133" y="19639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2817848" y="196427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2817604" y="19644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2817984" y="196408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2818228" y="1963852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2818323" y="196375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2784244" y="1875299"/>
              <a:ext cx="52436" cy="63936"/>
            </a:xfrm>
            <a:custGeom>
              <a:rect b="b" l="l" r="r" t="t"/>
              <a:pathLst>
                <a:path extrusionOk="0" h="4709" w="3862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2786525" y="18854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2788086" y="188299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2785615" y="1887981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2788996" y="1881857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788371" y="188261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2786185" y="1886514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2786376" y="1885795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2786280" y="1886039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2787801" y="18833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2788657" y="1882237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2786185" y="188627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2785289" y="188832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2786050" y="188718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2785860" y="1887601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2787570" y="188375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5"/>
            <p:cNvSpPr/>
            <p:nvPr/>
          </p:nvSpPr>
          <p:spPr>
            <a:xfrm>
              <a:off x="2789281" y="188157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5"/>
            <p:cNvSpPr/>
            <p:nvPr/>
          </p:nvSpPr>
          <p:spPr>
            <a:xfrm>
              <a:off x="2787285" y="188413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5"/>
            <p:cNvSpPr/>
            <p:nvPr/>
          </p:nvSpPr>
          <p:spPr>
            <a:xfrm>
              <a:off x="2787041" y="1884464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5"/>
            <p:cNvSpPr/>
            <p:nvPr/>
          </p:nvSpPr>
          <p:spPr>
            <a:xfrm>
              <a:off x="2786851" y="188484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5"/>
            <p:cNvSpPr/>
            <p:nvPr/>
          </p:nvSpPr>
          <p:spPr>
            <a:xfrm>
              <a:off x="2786715" y="1885184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/>
            <p:nvPr/>
          </p:nvSpPr>
          <p:spPr>
            <a:xfrm>
              <a:off x="2836191" y="1932053"/>
              <a:ext cx="109" cy="530"/>
            </a:xfrm>
            <a:custGeom>
              <a:rect b="b" l="l" r="r" t="t"/>
              <a:pathLst>
                <a:path extrusionOk="0" h="39" w="8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5"/>
            <p:cNvSpPr/>
            <p:nvPr/>
          </p:nvSpPr>
          <p:spPr>
            <a:xfrm>
              <a:off x="2836056" y="1932664"/>
              <a:ext cx="149" cy="2064"/>
            </a:xfrm>
            <a:custGeom>
              <a:rect b="b" l="l" r="r" t="t"/>
              <a:pathLst>
                <a:path extrusionOk="0" h="152" w="11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5"/>
            <p:cNvSpPr/>
            <p:nvPr/>
          </p:nvSpPr>
          <p:spPr>
            <a:xfrm>
              <a:off x="2797075" y="18752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5"/>
            <p:cNvSpPr/>
            <p:nvPr/>
          </p:nvSpPr>
          <p:spPr>
            <a:xfrm>
              <a:off x="2825316" y="1938231"/>
              <a:ext cx="339" cy="815"/>
            </a:xfrm>
            <a:custGeom>
              <a:rect b="b" l="l" r="r" t="t"/>
              <a:pathLst>
                <a:path extrusionOk="0" h="60" w="25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5"/>
            <p:cNvSpPr/>
            <p:nvPr/>
          </p:nvSpPr>
          <p:spPr>
            <a:xfrm>
              <a:off x="2832009" y="1935380"/>
              <a:ext cx="353" cy="149"/>
            </a:xfrm>
            <a:custGeom>
              <a:rect b="b" l="l" r="r" t="t"/>
              <a:pathLst>
                <a:path extrusionOk="0" h="11" w="26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2832960" y="1935570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2824881" y="1938516"/>
              <a:ext cx="394" cy="625"/>
            </a:xfrm>
            <a:custGeom>
              <a:rect b="b" l="l" r="r" t="t"/>
              <a:pathLst>
                <a:path extrusionOk="0" h="46" w="29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2835865" y="193471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2833489" y="1935570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2832444" y="193551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2834671" y="1935230"/>
              <a:ext cx="353" cy="163"/>
            </a:xfrm>
            <a:custGeom>
              <a:rect b="b" l="l" r="r" t="t"/>
              <a:pathLst>
                <a:path extrusionOk="0" h="12" w="26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5"/>
            <p:cNvSpPr/>
            <p:nvPr/>
          </p:nvSpPr>
          <p:spPr>
            <a:xfrm>
              <a:off x="2834060" y="1935421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5"/>
            <p:cNvSpPr/>
            <p:nvPr/>
          </p:nvSpPr>
          <p:spPr>
            <a:xfrm>
              <a:off x="2835241" y="193494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5"/>
            <p:cNvSpPr/>
            <p:nvPr/>
          </p:nvSpPr>
          <p:spPr>
            <a:xfrm>
              <a:off x="2836056" y="19347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5"/>
            <p:cNvSpPr/>
            <p:nvPr/>
          </p:nvSpPr>
          <p:spPr>
            <a:xfrm>
              <a:off x="2764461" y="1889977"/>
              <a:ext cx="57148" cy="110439"/>
            </a:xfrm>
            <a:custGeom>
              <a:rect b="b" l="l" r="r" t="t"/>
              <a:pathLst>
                <a:path extrusionOk="0" h="8134" w="4209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5"/>
            <p:cNvSpPr/>
            <p:nvPr/>
          </p:nvSpPr>
          <p:spPr>
            <a:xfrm>
              <a:off x="2774359" y="196218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5"/>
            <p:cNvSpPr/>
            <p:nvPr/>
          </p:nvSpPr>
          <p:spPr>
            <a:xfrm>
              <a:off x="2774115" y="1962657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2774590" y="196176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2775595" y="1959521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2775310" y="1960145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2775065" y="196075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2774835" y="196128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2773884" y="196309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2772268" y="1965087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2772839" y="1964517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2771983" y="19653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2773599" y="19635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2773070" y="19641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2773355" y="1963852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2776776" y="1956384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2777496" y="1954062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2777632" y="195362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2776926" y="195590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2777251" y="195495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2777781" y="195324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2777061" y="1955434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2776586" y="1956914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2776206" y="19579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2776016" y="195847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2776396" y="19574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2777401" y="19544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2772554" y="196480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2775826" y="19590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2771698" y="196550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2800401" y="1951917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5"/>
            <p:cNvSpPr/>
            <p:nvPr/>
          </p:nvSpPr>
          <p:spPr>
            <a:xfrm>
              <a:off x="2800591" y="195258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5"/>
            <p:cNvSpPr/>
            <p:nvPr/>
          </p:nvSpPr>
          <p:spPr>
            <a:xfrm>
              <a:off x="2800591" y="19530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5"/>
            <p:cNvSpPr/>
            <p:nvPr/>
          </p:nvSpPr>
          <p:spPr>
            <a:xfrm>
              <a:off x="2820930" y="1936276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5"/>
            <p:cNvSpPr/>
            <p:nvPr/>
          </p:nvSpPr>
          <p:spPr>
            <a:xfrm>
              <a:off x="2800550" y="19522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5"/>
            <p:cNvSpPr/>
            <p:nvPr/>
          </p:nvSpPr>
          <p:spPr>
            <a:xfrm>
              <a:off x="2783293" y="189064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5"/>
            <p:cNvSpPr/>
            <p:nvPr/>
          </p:nvSpPr>
          <p:spPr>
            <a:xfrm>
              <a:off x="2821609" y="193342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5"/>
            <p:cNvSpPr/>
            <p:nvPr/>
          </p:nvSpPr>
          <p:spPr>
            <a:xfrm>
              <a:off x="2821555" y="193285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5"/>
            <p:cNvSpPr/>
            <p:nvPr/>
          </p:nvSpPr>
          <p:spPr>
            <a:xfrm>
              <a:off x="2787380" y="1905767"/>
              <a:ext cx="964" cy="2390"/>
            </a:xfrm>
            <a:custGeom>
              <a:rect b="b" l="l" r="r" t="t"/>
              <a:pathLst>
                <a:path extrusionOk="0" h="176" w="71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5"/>
            <p:cNvSpPr/>
            <p:nvPr/>
          </p:nvSpPr>
          <p:spPr>
            <a:xfrm>
              <a:off x="2782913" y="189026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5"/>
            <p:cNvSpPr/>
            <p:nvPr/>
          </p:nvSpPr>
          <p:spPr>
            <a:xfrm>
              <a:off x="2783198" y="18905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5"/>
            <p:cNvSpPr/>
            <p:nvPr/>
          </p:nvSpPr>
          <p:spPr>
            <a:xfrm>
              <a:off x="2815988" y="1913221"/>
              <a:ext cx="299" cy="1018"/>
            </a:xfrm>
            <a:custGeom>
              <a:rect b="b" l="l" r="r" t="t"/>
              <a:pathLst>
                <a:path extrusionOk="0" h="75" w="22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2821650" y="193399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2782574" y="18899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2782723" y="189007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2783103" y="1890411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2783334" y="1890696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2821324" y="1935950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2821609" y="1934945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5"/>
            <p:cNvSpPr/>
            <p:nvPr/>
          </p:nvSpPr>
          <p:spPr>
            <a:xfrm>
              <a:off x="2821650" y="193442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5"/>
            <p:cNvSpPr/>
            <p:nvPr/>
          </p:nvSpPr>
          <p:spPr>
            <a:xfrm>
              <a:off x="2821039" y="1936330"/>
              <a:ext cx="0" cy="54"/>
            </a:xfrm>
            <a:custGeom>
              <a:rect b="b" l="l" r="r" t="t"/>
              <a:pathLst>
                <a:path extrusionOk="0" h="4" w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5"/>
            <p:cNvSpPr/>
            <p:nvPr/>
          </p:nvSpPr>
          <p:spPr>
            <a:xfrm>
              <a:off x="2821460" y="193542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5"/>
            <p:cNvSpPr/>
            <p:nvPr/>
          </p:nvSpPr>
          <p:spPr>
            <a:xfrm>
              <a:off x="2154289" y="1586085"/>
              <a:ext cx="69123" cy="54935"/>
            </a:xfrm>
            <a:custGeom>
              <a:rect b="b" l="l" r="r" t="t"/>
              <a:pathLst>
                <a:path extrusionOk="0" h="4046" w="5091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5"/>
            <p:cNvSpPr/>
            <p:nvPr/>
          </p:nvSpPr>
          <p:spPr>
            <a:xfrm>
              <a:off x="2164512" y="1680435"/>
              <a:ext cx="24820" cy="22661"/>
            </a:xfrm>
            <a:custGeom>
              <a:rect b="b" l="l" r="r" t="t"/>
              <a:pathLst>
                <a:path extrusionOk="0" h="1669" w="1828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5"/>
            <p:cNvSpPr/>
            <p:nvPr/>
          </p:nvSpPr>
          <p:spPr>
            <a:xfrm>
              <a:off x="2151397" y="1668202"/>
              <a:ext cx="37270" cy="31337"/>
            </a:xfrm>
            <a:custGeom>
              <a:rect b="b" l="l" r="r" t="t"/>
              <a:pathLst>
                <a:path extrusionOk="0" h="2308" w="2745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2186141" y="168088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2187187" y="1681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2188327" y="168202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2185571" y="168065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2186657" y="168112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2184756" y="168031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2185137" y="1680462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5"/>
            <p:cNvSpPr/>
            <p:nvPr/>
          </p:nvSpPr>
          <p:spPr>
            <a:xfrm>
              <a:off x="2183616" y="167989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5"/>
            <p:cNvSpPr/>
            <p:nvPr/>
          </p:nvSpPr>
          <p:spPr>
            <a:xfrm>
              <a:off x="2175347" y="1698615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5"/>
            <p:cNvSpPr/>
            <p:nvPr/>
          </p:nvSpPr>
          <p:spPr>
            <a:xfrm>
              <a:off x="2176257" y="169952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5"/>
            <p:cNvSpPr/>
            <p:nvPr/>
          </p:nvSpPr>
          <p:spPr>
            <a:xfrm>
              <a:off x="2187703" y="168169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5"/>
            <p:cNvSpPr/>
            <p:nvPr/>
          </p:nvSpPr>
          <p:spPr>
            <a:xfrm>
              <a:off x="2167595" y="1679838"/>
              <a:ext cx="489" cy="163"/>
            </a:xfrm>
            <a:custGeom>
              <a:rect b="b" l="l" r="r" t="t"/>
              <a:pathLst>
                <a:path extrusionOk="0" h="12" w="36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5"/>
            <p:cNvSpPr/>
            <p:nvPr/>
          </p:nvSpPr>
          <p:spPr>
            <a:xfrm>
              <a:off x="2183711" y="16799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2184145" y="16800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2183860" y="167998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2189794" y="1704318"/>
              <a:ext cx="11324" cy="24833"/>
            </a:xfrm>
            <a:custGeom>
              <a:rect b="b" l="l" r="r" t="t"/>
              <a:pathLst>
                <a:path extrusionOk="0" h="1829" w="834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2121119" y="1644237"/>
              <a:ext cx="52626" cy="23163"/>
            </a:xfrm>
            <a:custGeom>
              <a:rect b="b" l="l" r="r" t="t"/>
              <a:pathLst>
                <a:path extrusionOk="0" h="1706" w="3876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2168545" y="1647618"/>
              <a:ext cx="45838" cy="25064"/>
            </a:xfrm>
            <a:custGeom>
              <a:rect b="b" l="l" r="r" t="t"/>
              <a:pathLst>
                <a:path extrusionOk="0" h="1846" w="3376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2170215" y="16668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2170636" y="166706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2175252" y="167052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2182571" y="1671854"/>
              <a:ext cx="2539" cy="733"/>
            </a:xfrm>
            <a:custGeom>
              <a:rect b="b" l="l" r="r" t="t"/>
              <a:pathLst>
                <a:path extrusionOk="0" h="54" w="187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2175592" y="167080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2174587" y="166985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2174207" y="166957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2171070" y="166734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2173786" y="1669247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2174926" y="16701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2171546" y="166767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2172971" y="166862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2173351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2174831" y="1654081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2168599" y="166343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2168409" y="166387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2168450" y="1663680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2168735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2168694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2168640" y="16633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2168504" y="16635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2174872" y="165389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2141078" y="1625270"/>
              <a:ext cx="43597" cy="21317"/>
            </a:xfrm>
            <a:custGeom>
              <a:rect b="b" l="l" r="r" t="t"/>
              <a:pathLst>
                <a:path extrusionOk="0" h="1570" w="3211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2183195" y="1635589"/>
              <a:ext cx="1534" cy="2390"/>
            </a:xfrm>
            <a:custGeom>
              <a:rect b="b" l="l" r="r" t="t"/>
              <a:pathLst>
                <a:path extrusionOk="0" h="176" w="113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2161756" y="1626465"/>
              <a:ext cx="774" cy="394"/>
            </a:xfrm>
            <a:custGeom>
              <a:rect b="b" l="l" r="r" t="t"/>
              <a:pathLst>
                <a:path extrusionOk="0" h="29" w="57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2162612" y="1626885"/>
              <a:ext cx="720" cy="299"/>
            </a:xfrm>
            <a:custGeom>
              <a:rect b="b" l="l" r="r" t="t"/>
              <a:pathLst>
                <a:path extrusionOk="0" h="22" w="53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2183046" y="163543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2160711" y="1625894"/>
              <a:ext cx="815" cy="489"/>
            </a:xfrm>
            <a:custGeom>
              <a:rect b="b" l="l" r="r" t="t"/>
              <a:pathLst>
                <a:path extrusionOk="0" h="36" w="6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2159801" y="1625270"/>
              <a:ext cx="869" cy="584"/>
            </a:xfrm>
            <a:custGeom>
              <a:rect b="b" l="l" r="r" t="t"/>
              <a:pathLst>
                <a:path extrusionOk="0" h="43" w="64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2166359" y="16443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2156855" y="164647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2157045" y="164642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2156570" y="1646518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2157384" y="164623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2165028" y="1643531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2157235" y="164638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5"/>
            <p:cNvSpPr/>
            <p:nvPr/>
          </p:nvSpPr>
          <p:spPr>
            <a:xfrm>
              <a:off x="2160561" y="1642432"/>
              <a:ext cx="1303" cy="204"/>
            </a:xfrm>
            <a:custGeom>
              <a:rect b="b" l="l" r="r" t="t"/>
              <a:pathLst>
                <a:path extrusionOk="0" h="15" w="96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5"/>
            <p:cNvSpPr/>
            <p:nvPr/>
          </p:nvSpPr>
          <p:spPr>
            <a:xfrm>
              <a:off x="2164458" y="1643287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5"/>
            <p:cNvSpPr/>
            <p:nvPr/>
          </p:nvSpPr>
          <p:spPr>
            <a:xfrm>
              <a:off x="2162136" y="1642676"/>
              <a:ext cx="2200" cy="584"/>
            </a:xfrm>
            <a:custGeom>
              <a:rect b="b" l="l" r="r" t="t"/>
              <a:pathLst>
                <a:path extrusionOk="0" h="43" w="162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2156244" y="1646614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2154628" y="1646614"/>
              <a:ext cx="1195" cy="54"/>
            </a:xfrm>
            <a:custGeom>
              <a:rect b="b" l="l" r="r" t="t"/>
              <a:pathLst>
                <a:path extrusionOk="0" h="4" w="88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2166984" y="1644903"/>
              <a:ext cx="2906" cy="1113"/>
            </a:xfrm>
            <a:custGeom>
              <a:rect b="b" l="l" r="r" t="t"/>
              <a:pathLst>
                <a:path extrusionOk="0" h="82" w="214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2154248" y="1646614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2153813" y="1646573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2153433" y="1646518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2171641" y="1645052"/>
              <a:ext cx="1100" cy="530"/>
            </a:xfrm>
            <a:custGeom>
              <a:rect b="b" l="l" r="r" t="t"/>
              <a:pathLst>
                <a:path extrusionOk="0" h="39" w="81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2152958" y="1646478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2155864" y="1646614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2152768" y="164642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2173637" y="1639417"/>
              <a:ext cx="38709" cy="14569"/>
            </a:xfrm>
            <a:custGeom>
              <a:rect b="b" l="l" r="r" t="t"/>
              <a:pathLst>
                <a:path extrusionOk="0" h="1073" w="2851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2211667" y="164286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2209332" y="164214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2200343" y="1640341"/>
              <a:ext cx="3014" cy="489"/>
            </a:xfrm>
            <a:custGeom>
              <a:rect b="b" l="l" r="r" t="t"/>
              <a:pathLst>
                <a:path extrusionOk="0" h="36" w="222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212088" y="164296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209807" y="16423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209481" y="164220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09576" y="164224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209291" y="16420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209956" y="164243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185802" y="163939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209196" y="16420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210187" y="164248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210472" y="1642581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2198062" y="1640056"/>
              <a:ext cx="2295" cy="299"/>
            </a:xfrm>
            <a:custGeom>
              <a:rect b="b" l="l" r="r" t="t"/>
              <a:pathLst>
                <a:path extrusionOk="0" h="22" w="169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2210757" y="164267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2173501" y="1647713"/>
              <a:ext cx="2145" cy="4195"/>
            </a:xfrm>
            <a:custGeom>
              <a:rect b="b" l="l" r="r" t="t"/>
              <a:pathLst>
                <a:path extrusionOk="0" h="309" w="158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2208286" y="16483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2208191" y="16483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2209956" y="1649085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209427" y="1648895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2208381" y="164847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175632" y="1651895"/>
              <a:ext cx="638" cy="774"/>
            </a:xfrm>
            <a:custGeom>
              <a:rect b="b" l="l" r="r" t="t"/>
              <a:pathLst>
                <a:path extrusionOk="0" h="57" w="47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2208531" y="164851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2208816" y="16486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2209047" y="16488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2175402" y="1651515"/>
              <a:ext cx="530" cy="720"/>
            </a:xfrm>
            <a:custGeom>
              <a:rect b="b" l="l" r="r" t="t"/>
              <a:pathLst>
                <a:path extrusionOk="0" h="53" w="39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174492" y="16463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174356" y="16464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2174166" y="164666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174587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73732" y="16472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73976" y="164689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182910" y="1641345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174682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185517" y="1639390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184906" y="1639635"/>
              <a:ext cx="489" cy="339"/>
            </a:xfrm>
            <a:custGeom>
              <a:rect b="b" l="l" r="r" t="t"/>
              <a:pathLst>
                <a:path extrusionOk="0" h="25" w="36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173501" y="16477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184376" y="1640056"/>
              <a:ext cx="353" cy="299"/>
            </a:xfrm>
            <a:custGeom>
              <a:rect b="b" l="l" r="r" t="t"/>
              <a:pathLst>
                <a:path extrusionOk="0" h="22" w="26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182380" y="164182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2183860" y="1640490"/>
              <a:ext cx="339" cy="244"/>
            </a:xfrm>
            <a:custGeom>
              <a:rect b="b" l="l" r="r" t="t"/>
              <a:pathLst>
                <a:path extrusionOk="0" h="18" w="25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2183385" y="1640911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2173501" y="16477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1977808" y="1708880"/>
              <a:ext cx="22865" cy="43584"/>
            </a:xfrm>
            <a:custGeom>
              <a:rect b="b" l="l" r="r" t="t"/>
              <a:pathLst>
                <a:path extrusionOk="0" h="3210" w="1684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2073964" y="1600939"/>
              <a:ext cx="27440" cy="23163"/>
            </a:xfrm>
            <a:custGeom>
              <a:rect b="b" l="l" r="r" t="t"/>
              <a:pathLst>
                <a:path extrusionOk="0" h="1706" w="2021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2092647" y="1634489"/>
              <a:ext cx="2865" cy="4114"/>
            </a:xfrm>
            <a:custGeom>
              <a:rect b="b" l="l" r="r" t="t"/>
              <a:pathLst>
                <a:path extrusionOk="0" h="303" w="211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2068873" y="1620273"/>
              <a:ext cx="26014" cy="18194"/>
            </a:xfrm>
            <a:custGeom>
              <a:rect b="b" l="l" r="r" t="t"/>
              <a:pathLst>
                <a:path extrusionOk="0" h="1340" w="1916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2073244" y="162304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2091547" y="1625134"/>
              <a:ext cx="543" cy="530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2074480" y="16233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2072769" y="162285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2072253" y="162260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2074005" y="1623274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2073679" y="162317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2074249" y="162332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2092212" y="1625745"/>
              <a:ext cx="638" cy="543"/>
            </a:xfrm>
            <a:custGeom>
              <a:rect b="b" l="l" r="r" t="t"/>
              <a:pathLst>
                <a:path extrusionOk="0" h="40" w="47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2091031" y="163572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2091167" y="1635208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091547" y="16343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092362" y="163321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092117" y="16335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092647" y="163292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091832" y="163397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090746" y="1637734"/>
              <a:ext cx="14" cy="95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093448" y="163226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090936" y="1636254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2090841" y="163691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091357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093163" y="163245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092878" y="16326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199162" y="1650755"/>
              <a:ext cx="65131" cy="41439"/>
            </a:xfrm>
            <a:custGeom>
              <a:rect b="b" l="l" r="r" t="t"/>
              <a:pathLst>
                <a:path extrusionOk="0" h="3052" w="4797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215795" y="1653321"/>
              <a:ext cx="353" cy="720"/>
            </a:xfrm>
            <a:custGeom>
              <a:rect b="b" l="l" r="r" t="t"/>
              <a:pathLst>
                <a:path extrusionOk="0" h="53" w="26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214654" y="1654841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199108" y="1671623"/>
              <a:ext cx="774" cy="489"/>
            </a:xfrm>
            <a:custGeom>
              <a:rect b="b" l="l" r="r" t="t"/>
              <a:pathLst>
                <a:path extrusionOk="0" h="36" w="57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215319" y="165450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2213948" y="1655127"/>
              <a:ext cx="679" cy="434"/>
            </a:xfrm>
            <a:custGeom>
              <a:rect b="b" l="l" r="r" t="t"/>
              <a:pathLst>
                <a:path extrusionOk="0" h="32" w="5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2215659" y="165412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245977" y="1649234"/>
              <a:ext cx="20746" cy="26205"/>
            </a:xfrm>
            <a:custGeom>
              <a:rect b="b" l="l" r="r" t="t"/>
              <a:pathLst>
                <a:path extrusionOk="0" h="1930" w="1528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2249548" y="165649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2249304" y="1656172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2254776" y="1673714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2254626" y="1673144"/>
              <a:ext cx="163" cy="625"/>
            </a:xfrm>
            <a:custGeom>
              <a:rect b="b" l="l" r="r" t="t"/>
              <a:pathLst>
                <a:path extrusionOk="0" h="46" w="12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2255251" y="1674950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2254531" y="1672479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2250119" y="16573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2249928" y="1657068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2254436" y="1671623"/>
              <a:ext cx="109" cy="679"/>
            </a:xfrm>
            <a:custGeom>
              <a:rect b="b" l="l" r="r" t="t"/>
              <a:pathLst>
                <a:path extrusionOk="0" h="50" w="8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2249738" y="165683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2255006" y="167442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2247933" y="1653796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2255482" y="16754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2248258" y="1654366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2245977" y="1650225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2247593" y="165322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2247267" y="1652601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2246697" y="1651610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2246317" y="165089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2249073" y="165579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2248829" y="165535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2248544" y="1654882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2212047" y="1690224"/>
              <a:ext cx="44073" cy="23516"/>
            </a:xfrm>
            <a:custGeom>
              <a:rect b="b" l="l" r="r" t="t"/>
              <a:pathLst>
                <a:path extrusionOk="0" h="1732" w="3246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2240994" y="1708500"/>
              <a:ext cx="339" cy="394"/>
            </a:xfrm>
            <a:custGeom>
              <a:rect b="b" l="l" r="r" t="t"/>
              <a:pathLst>
                <a:path extrusionOk="0" h="29" w="25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2250784" y="1708364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2240845" y="170960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2251015" y="17082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51259" y="17082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1605" y="1707644"/>
              <a:ext cx="5485" cy="679"/>
            </a:xfrm>
            <a:custGeom>
              <a:rect b="b" l="l" r="r" t="t"/>
              <a:pathLst>
                <a:path extrusionOk="0" h="50" w="404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41375" y="1708310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250444" y="1708405"/>
              <a:ext cx="299" cy="68"/>
            </a:xfrm>
            <a:custGeom>
              <a:rect b="b" l="l" r="r" t="t"/>
              <a:pathLst>
                <a:path extrusionOk="0" h="5" w="22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50214" y="170845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2240899" y="1708934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2249928" y="170836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40845" y="170916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2255631" y="169357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2238849" y="1689396"/>
              <a:ext cx="8187" cy="2200"/>
            </a:xfrm>
            <a:custGeom>
              <a:rect b="b" l="l" r="r" t="t"/>
              <a:pathLst>
                <a:path extrusionOk="0" h="162" w="603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2247023" y="1689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2213283" y="169019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253581" y="169266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2214233" y="1690822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253296" y="169253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254056" y="169291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253011" y="169238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2213758" y="169048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2214708" y="169124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2252820" y="1692247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2254531" y="1693144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2255061" y="1693334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2252400" y="16918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2252495" y="1692003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2252305" y="1691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2252250" y="169171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2252209" y="16916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2252630" y="169209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2198782" y="1705988"/>
              <a:ext cx="18031" cy="12274"/>
            </a:xfrm>
            <a:custGeom>
              <a:rect b="b" l="l" r="r" t="t"/>
              <a:pathLst>
                <a:path extrusionOk="0" h="904" w="1328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2198823" y="171097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2198728" y="17117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2198728" y="171391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2202204" y="171815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2199447" y="171562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2198687" y="171249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2199828" y="1716103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2198687" y="17133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2201538" y="171758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2198918" y="170998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2200873" y="1717108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2198823" y="1714447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2200343" y="1716578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2199108" y="170902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2199108" y="17151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2199352" y="1708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2216609" y="171296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2216745" y="171311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2211097" y="1705988"/>
              <a:ext cx="434" cy="1005"/>
            </a:xfrm>
            <a:custGeom>
              <a:rect b="b" l="l" r="r" t="t"/>
              <a:pathLst>
                <a:path extrusionOk="0" h="74" w="32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2211572" y="1611095"/>
              <a:ext cx="130385" cy="74283"/>
            </a:xfrm>
            <a:custGeom>
              <a:rect b="b" l="l" r="r" t="t"/>
              <a:pathLst>
                <a:path extrusionOk="0" h="5471" w="9603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2221782" y="16200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2214518" y="164296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2223113" y="1622133"/>
              <a:ext cx="2200" cy="5865"/>
            </a:xfrm>
            <a:custGeom>
              <a:rect b="b" l="l" r="r" t="t"/>
              <a:pathLst>
                <a:path extrusionOk="0" h="432" w="162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2213609" y="165051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2212808" y="164994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2214654" y="1650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2214994" y="1651176"/>
              <a:ext cx="584" cy="394"/>
            </a:xfrm>
            <a:custGeom>
              <a:rect b="b" l="l" r="r" t="t"/>
              <a:pathLst>
                <a:path extrusionOk="0" h="29" w="43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2212563" y="164965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2211762" y="1648664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2212332" y="164946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2212047" y="164908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2211667" y="164832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2214939" y="1641631"/>
              <a:ext cx="584" cy="1059"/>
            </a:xfrm>
            <a:custGeom>
              <a:rect b="b" l="l" r="r" t="t"/>
              <a:pathLst>
                <a:path extrusionOk="0" h="78" w="43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2214518" y="1643056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2212713" y="1649845"/>
              <a:ext cx="136" cy="136"/>
            </a:xfrm>
            <a:custGeom>
              <a:rect b="b" l="l" r="r" t="t"/>
              <a:pathLst>
                <a:path extrusionOk="0" h="10" w="1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2216270" y="1651420"/>
              <a:ext cx="638" cy="54"/>
            </a:xfrm>
            <a:custGeom>
              <a:rect b="b" l="l" r="r" t="t"/>
              <a:pathLst>
                <a:path extrusionOk="0" h="4" w="47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2217600" y="165136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2242895" y="164937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2244891" y="1648609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2216989" y="165136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2240329" y="1649424"/>
              <a:ext cx="2430" cy="1534"/>
            </a:xfrm>
            <a:custGeom>
              <a:rect b="b" l="l" r="r" t="t"/>
              <a:pathLst>
                <a:path extrusionOk="0" h="113" w="179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2215564" y="1651515"/>
              <a:ext cx="679" cy="54"/>
            </a:xfrm>
            <a:custGeom>
              <a:rect b="b" l="l" r="r" t="t"/>
              <a:pathLst>
                <a:path extrusionOk="0" h="4" w="5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2234151" y="1652465"/>
              <a:ext cx="1819" cy="149"/>
            </a:xfrm>
            <a:custGeom>
              <a:rect b="b" l="l" r="r" t="t"/>
              <a:pathLst>
                <a:path extrusionOk="0" h="11" w="134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2263764" y="1676796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2263479" y="1676606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2262528" y="1676226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2262623" y="1676226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2257532" y="167780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2262814" y="167628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2262949" y="167632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2262474" y="167618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256486" y="167746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2263194" y="1676470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262148" y="1655317"/>
              <a:ext cx="720" cy="1724"/>
            </a:xfrm>
            <a:custGeom>
              <a:rect b="b" l="l" r="r" t="t"/>
              <a:pathLst>
                <a:path extrusionOk="0" h="127" w="53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2245842" y="1647469"/>
              <a:ext cx="3951" cy="964"/>
            </a:xfrm>
            <a:custGeom>
              <a:rect b="b" l="l" r="r" t="t"/>
              <a:pathLst>
                <a:path extrusionOk="0" h="71" w="291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264619" y="1659974"/>
              <a:ext cx="869" cy="1195"/>
            </a:xfrm>
            <a:custGeom>
              <a:rect b="b" l="l" r="r" t="t"/>
              <a:pathLst>
                <a:path extrusionOk="0" h="88" w="64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43371" y="1648990"/>
              <a:ext cx="489" cy="204"/>
            </a:xfrm>
            <a:custGeom>
              <a:rect b="b" l="l" r="r" t="t"/>
              <a:pathLst>
                <a:path extrusionOk="0" h="15" w="36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256242" y="1670238"/>
              <a:ext cx="4399" cy="7142"/>
            </a:xfrm>
            <a:custGeom>
              <a:rect b="b" l="l" r="r" t="t"/>
              <a:pathLst>
                <a:path extrusionOk="0" h="526" w="324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256242" y="167732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218985" y="1572222"/>
              <a:ext cx="67847" cy="47032"/>
            </a:xfrm>
            <a:custGeom>
              <a:rect b="b" l="l" r="r" t="t"/>
              <a:pathLst>
                <a:path extrusionOk="0" h="3464" w="4997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221972" y="1598508"/>
              <a:ext cx="353" cy="448"/>
            </a:xfrm>
            <a:custGeom>
              <a:rect b="b" l="l" r="r" t="t"/>
              <a:pathLst>
                <a:path extrusionOk="0" h="33" w="26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221212" y="1594666"/>
              <a:ext cx="828" cy="3856"/>
            </a:xfrm>
            <a:custGeom>
              <a:rect b="b" l="l" r="r" t="t"/>
              <a:pathLst>
                <a:path extrusionOk="0" h="284" w="61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277355" y="161173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222923" y="1617001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223547" y="1616526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2223208" y="161681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2276785" y="161177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277016" y="1611774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263425" y="161857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2257776" y="161738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256812" y="1617286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2222638" y="1617096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278305" y="161148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277966" y="1611584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270227" y="1618902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2277640" y="1611638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222353" y="16171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221972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268272" y="1618332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2267701" y="1618291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276024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2278726" y="1611448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266520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2267131" y="1618237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2269792" y="1618712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2269317" y="1618576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2263764" y="1618427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2268801" y="161842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2264565" y="161833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227644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2264144" y="161838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2265570" y="1618237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2266086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227625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2276119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2265040" y="16182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222130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257002" y="1617340"/>
              <a:ext cx="638" cy="54"/>
            </a:xfrm>
            <a:custGeom>
              <a:rect b="b" l="l" r="r" t="t"/>
              <a:pathLst>
                <a:path extrusionOk="0" h="4" w="47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22168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279446" y="161129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279107" y="161135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201348" y="1551829"/>
              <a:ext cx="52776" cy="23503"/>
            </a:xfrm>
            <a:custGeom>
              <a:rect b="b" l="l" r="r" t="t"/>
              <a:pathLst>
                <a:path extrusionOk="0" h="1731" w="3887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244511" y="1573173"/>
              <a:ext cx="3476" cy="1113"/>
            </a:xfrm>
            <a:custGeom>
              <a:rect b="b" l="l" r="r" t="t"/>
              <a:pathLst>
                <a:path extrusionOk="0" h="82" w="256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243316" y="1574273"/>
              <a:ext cx="1208" cy="1154"/>
            </a:xfrm>
            <a:custGeom>
              <a:rect b="b" l="l" r="r" t="t"/>
              <a:pathLst>
                <a:path extrusionOk="0" h="85" w="89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252820" y="1570607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253445" y="157032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201973" y="1568516"/>
              <a:ext cx="40502" cy="24372"/>
            </a:xfrm>
            <a:custGeom>
              <a:rect b="b" l="l" r="r" t="t"/>
              <a:pathLst>
                <a:path extrusionOk="0" h="1795" w="2983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219786" y="15910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220072" y="1591285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220411" y="1591530"/>
              <a:ext cx="1154" cy="1290"/>
            </a:xfrm>
            <a:custGeom>
              <a:rect b="b" l="l" r="r" t="t"/>
              <a:pathLst>
                <a:path extrusionOk="0" h="95" w="85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223547" y="1592901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222312" y="1592860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224878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222923" y="1592860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224023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221592" y="1592806"/>
              <a:ext cx="584" cy="14"/>
            </a:xfrm>
            <a:custGeom>
              <a:rect b="b" l="l" r="r" t="t"/>
              <a:pathLst>
                <a:path extrusionOk="0" h="1" w="43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224444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2225204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2242081" y="1576934"/>
              <a:ext cx="353" cy="2200"/>
            </a:xfrm>
            <a:custGeom>
              <a:rect b="b" l="l" r="r" t="t"/>
              <a:pathLst>
                <a:path extrusionOk="0" h="162" w="26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2225489" y="159305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2226494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2226439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2226154" y="159314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2226304" y="159314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222596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222577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2240044" y="157545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2206195" y="1570566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2208151" y="1569806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2225109" y="1570036"/>
              <a:ext cx="1914" cy="109"/>
            </a:xfrm>
            <a:custGeom>
              <a:rect b="b" l="l" r="r" t="t"/>
              <a:pathLst>
                <a:path extrusionOk="0" h="8" w="141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2207526" y="157009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2240899" y="1576024"/>
              <a:ext cx="339" cy="204"/>
            </a:xfrm>
            <a:custGeom>
              <a:rect b="b" l="l" r="r" t="t"/>
              <a:pathLst>
                <a:path extrusionOk="0" h="15" w="25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2206915" y="1570322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2241755" y="1576554"/>
              <a:ext cx="530" cy="299"/>
            </a:xfrm>
            <a:custGeom>
              <a:rect b="b" l="l" r="r" t="t"/>
              <a:pathLst>
                <a:path extrusionOk="0" h="22" w="39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2204539" y="15709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2229345" y="1569466"/>
              <a:ext cx="1018" cy="543"/>
            </a:xfrm>
            <a:custGeom>
              <a:rect b="b" l="l" r="r" t="t"/>
              <a:pathLst>
                <a:path extrusionOk="0" h="40" w="75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2205394" y="157075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2095783" y="1657326"/>
              <a:ext cx="30481" cy="15641"/>
            </a:xfrm>
            <a:custGeom>
              <a:rect b="b" l="l" r="r" t="t"/>
              <a:pathLst>
                <a:path extrusionOk="0" h="1152" w="2245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2124445" y="166467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2126292" y="1664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2119422" y="1659349"/>
              <a:ext cx="136" cy="2539"/>
            </a:xfrm>
            <a:custGeom>
              <a:rect b="b" l="l" r="r" t="t"/>
              <a:pathLst>
                <a:path extrusionOk="0" h="187" w="1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2125681" y="166453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2125206" y="166453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2124581" y="166453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2094588" y="1586533"/>
              <a:ext cx="64181" cy="72259"/>
            </a:xfrm>
            <a:custGeom>
              <a:rect b="b" l="l" r="r" t="t"/>
              <a:pathLst>
                <a:path extrusionOk="0" h="5322" w="4727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2158525" y="1622418"/>
              <a:ext cx="299" cy="1113"/>
            </a:xfrm>
            <a:custGeom>
              <a:rect b="b" l="l" r="r" t="t"/>
              <a:pathLst>
                <a:path extrusionOk="0" h="82" w="22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2158620" y="162142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2158756" y="16220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2153433" y="159584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2158756" y="162175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2153433" y="159622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2147160" y="1646763"/>
              <a:ext cx="3775" cy="2390"/>
            </a:xfrm>
            <a:custGeom>
              <a:rect b="b" l="l" r="r" t="t"/>
              <a:pathLst>
                <a:path extrusionOk="0" h="176" w="278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2121445" y="16570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2120073" y="1657123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2121159" y="16570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2122069" y="165712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2123020" y="1657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2122680" y="165740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2122395" y="16572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2121730" y="1657068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2123305" y="1657788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146454" y="1643436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146780" y="164366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2150867" y="16467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2158280" y="1623559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2150731" y="164657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2157859" y="162399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2158090" y="162403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2147310" y="164404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2147785" y="16443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2145409" y="1642717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145069" y="164248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2158430" y="1623274"/>
              <a:ext cx="204" cy="543"/>
            </a:xfrm>
            <a:custGeom>
              <a:rect b="b" l="l" r="r" t="t"/>
              <a:pathLst>
                <a:path extrusionOk="0" h="40" w="15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150921" y="16467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102911" y="1600219"/>
              <a:ext cx="109" cy="489"/>
            </a:xfrm>
            <a:custGeom>
              <a:rect b="b" l="l" r="r" t="t"/>
              <a:pathLst>
                <a:path extrusionOk="0" h="36" w="8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2103101" y="1604741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2103142" y="1601224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103291" y="1602079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2103332" y="160284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2103237" y="1604170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2103332" y="1603546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095308" y="1620572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095593" y="163406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95308" y="1633688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95159" y="163344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97345" y="163896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2096163" y="163505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096014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097249" y="1638345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2097059" y="163729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2096774" y="1636444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2096639" y="1636009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2097154" y="163777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2096924" y="163682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2096353" y="1635344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2096489" y="1635724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2095878" y="163454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2095729" y="163429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2095254" y="1632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2095064" y="1633063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2094588" y="1626274"/>
              <a:ext cx="964" cy="1860"/>
            </a:xfrm>
            <a:custGeom>
              <a:rect b="b" l="l" r="r" t="t"/>
              <a:pathLst>
                <a:path extrusionOk="0" h="137" w="71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2095064" y="163330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2109944" y="165649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2110555" y="1656362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2118118" y="1656647"/>
              <a:ext cx="869" cy="394"/>
            </a:xfrm>
            <a:custGeom>
              <a:rect b="b" l="l" r="r" t="t"/>
              <a:pathLst>
                <a:path extrusionOk="0" h="29" w="64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2109374" y="1656552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2110325" y="16564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2117222" y="165630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2110650" y="165630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2110135" y="1656457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2119069" y="1657123"/>
              <a:ext cx="964" cy="434"/>
            </a:xfrm>
            <a:custGeom>
              <a:rect b="b" l="l" r="r" t="t"/>
              <a:pathLst>
                <a:path extrusionOk="0" h="32" w="71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2108994" y="1656593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2109659" y="165649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2116407" y="1656023"/>
              <a:ext cx="679" cy="258"/>
            </a:xfrm>
            <a:custGeom>
              <a:rect b="b" l="l" r="r" t="t"/>
              <a:pathLst>
                <a:path extrusionOk="0" h="19" w="5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2106428" y="1656552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2105898" y="1656498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2110460" y="165640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107039" y="1656593"/>
              <a:ext cx="1969" cy="14"/>
            </a:xfrm>
            <a:custGeom>
              <a:rect b="b" l="l" r="r" t="t"/>
              <a:pathLst>
                <a:path extrusionOk="0" h="1" w="145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203154" y="1406808"/>
              <a:ext cx="75925" cy="121342"/>
            </a:xfrm>
            <a:custGeom>
              <a:rect b="b" l="l" r="r" t="t"/>
              <a:pathLst>
                <a:path extrusionOk="0" h="8937" w="5592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302786" y="1795464"/>
              <a:ext cx="154498" cy="123284"/>
            </a:xfrm>
            <a:custGeom>
              <a:rect b="b" l="l" r="r" t="t"/>
              <a:pathLst>
                <a:path extrusionOk="0" h="9080" w="11379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303017" y="1816074"/>
              <a:ext cx="394" cy="1059"/>
            </a:xfrm>
            <a:custGeom>
              <a:rect b="b" l="l" r="r" t="t"/>
              <a:pathLst>
                <a:path extrusionOk="0" h="78" w="29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2334625" y="1795491"/>
              <a:ext cx="1534" cy="14"/>
            </a:xfrm>
            <a:custGeom>
              <a:rect b="b" l="l" r="r" t="t"/>
              <a:pathLst>
                <a:path extrusionOk="0" h="1" w="113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2312765" y="1818355"/>
              <a:ext cx="434" cy="204"/>
            </a:xfrm>
            <a:custGeom>
              <a:rect b="b" l="l" r="r" t="t"/>
              <a:pathLst>
                <a:path extrusionOk="0" h="15" w="32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2311530" y="1818776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2314571" y="1817025"/>
              <a:ext cx="584" cy="489"/>
            </a:xfrm>
            <a:custGeom>
              <a:rect b="b" l="l" r="r" t="t"/>
              <a:pathLst>
                <a:path extrusionOk="0" h="36" w="43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2310959" y="1818926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2313376" y="1818016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2314001" y="1817595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2305963" y="1817405"/>
              <a:ext cx="4250" cy="1534"/>
            </a:xfrm>
            <a:custGeom>
              <a:rect b="b" l="l" r="r" t="t"/>
              <a:pathLst>
                <a:path extrusionOk="0" h="113" w="313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2312141" y="1818586"/>
              <a:ext cx="448" cy="163"/>
            </a:xfrm>
            <a:custGeom>
              <a:rect b="b" l="l" r="r" t="t"/>
              <a:pathLst>
                <a:path extrusionOk="0" h="12" w="33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2305447" y="18171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2310199" y="1818966"/>
              <a:ext cx="584" cy="14"/>
            </a:xfrm>
            <a:custGeom>
              <a:rect b="b" l="l" r="r" t="t"/>
              <a:pathLst>
                <a:path extrusionOk="0" h="1" w="43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2431555" y="1853331"/>
              <a:ext cx="57338" cy="63991"/>
            </a:xfrm>
            <a:custGeom>
              <a:rect b="b" l="l" r="r" t="t"/>
              <a:pathLst>
                <a:path extrusionOk="0" h="4713" w="4223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2455845" y="1870778"/>
              <a:ext cx="625" cy="489"/>
            </a:xfrm>
            <a:custGeom>
              <a:rect b="b" l="l" r="r" t="t"/>
              <a:pathLst>
                <a:path extrusionOk="0" h="36" w="46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2453550" y="189278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2455791" y="18707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2453414" y="189288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2454270" y="1870357"/>
              <a:ext cx="1059" cy="204"/>
            </a:xfrm>
            <a:custGeom>
              <a:rect b="b" l="l" r="r" t="t"/>
              <a:pathLst>
                <a:path extrusionOk="0" h="15" w="78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2422037" y="1845619"/>
              <a:ext cx="5961" cy="9912"/>
            </a:xfrm>
            <a:custGeom>
              <a:rect b="b" l="l" r="r" t="t"/>
              <a:pathLst>
                <a:path extrusionOk="0" h="730" w="439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2425553" y="185557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2422852" y="185395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2422037" y="18527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2422186" y="1853046"/>
              <a:ext cx="584" cy="869"/>
            </a:xfrm>
            <a:custGeom>
              <a:rect b="b" l="l" r="r" t="t"/>
              <a:pathLst>
                <a:path extrusionOk="0" h="64" w="43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2425988" y="18556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2424508" y="18552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2424141" y="1855096"/>
              <a:ext cx="380" cy="149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2423137" y="1854281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423843" y="185490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423422" y="1854621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24847" y="1855381"/>
              <a:ext cx="720" cy="204"/>
            </a:xfrm>
            <a:custGeom>
              <a:rect b="b" l="l" r="r" t="t"/>
              <a:pathLst>
                <a:path extrusionOk="0" h="15" w="53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431365" y="1843827"/>
              <a:ext cx="33048" cy="26544"/>
            </a:xfrm>
            <a:custGeom>
              <a:rect b="b" l="l" r="r" t="t"/>
              <a:pathLst>
                <a:path extrusionOk="0" h="1955" w="2434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2435682" y="1868117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2432695" y="186503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2435397" y="186788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2439538" y="1869027"/>
              <a:ext cx="11174" cy="1249"/>
            </a:xfrm>
            <a:custGeom>
              <a:rect b="b" l="l" r="r" t="t"/>
              <a:pathLst>
                <a:path extrusionOk="0" h="92" w="823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2435967" y="186826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2432315" y="186450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2431365" y="1862645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2435071" y="1867601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2433021" y="186555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2434732" y="18673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2433456" y="1865985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2434352" y="1866936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2431935" y="186384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2433836" y="186646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2431595" y="1863134"/>
              <a:ext cx="258" cy="625"/>
            </a:xfrm>
            <a:custGeom>
              <a:rect b="b" l="l" r="r" t="t"/>
              <a:pathLst>
                <a:path extrusionOk="0" h="46" w="19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2452274" y="1864560"/>
              <a:ext cx="2295" cy="5811"/>
            </a:xfrm>
            <a:custGeom>
              <a:rect b="b" l="l" r="r" t="t"/>
              <a:pathLst>
                <a:path extrusionOk="0" h="428" w="169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2782384" y="1996356"/>
              <a:ext cx="29246" cy="38139"/>
            </a:xfrm>
            <a:custGeom>
              <a:rect b="b" l="l" r="r" t="t"/>
              <a:pathLst>
                <a:path extrusionOk="0" h="2809" w="2154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2853543" y="1995460"/>
              <a:ext cx="70169" cy="41954"/>
            </a:xfrm>
            <a:custGeom>
              <a:rect b="b" l="l" r="r" t="t"/>
              <a:pathLst>
                <a:path extrusionOk="0" h="3090" w="5168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2791942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2790367" y="2002059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2792458" y="2002154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2790843" y="200211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2793463" y="2002059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2792947" y="2002113"/>
              <a:ext cx="380" cy="14"/>
            </a:xfrm>
            <a:custGeom>
              <a:rect b="b" l="l" r="r" t="t"/>
              <a:pathLst>
                <a:path extrusionOk="0" h="1" w="28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2793938" y="2002018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2788657" y="2001448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2783524" y="1996546"/>
              <a:ext cx="394" cy="68"/>
            </a:xfrm>
            <a:custGeom>
              <a:rect b="b" l="l" r="r" t="t"/>
              <a:pathLst>
                <a:path extrusionOk="0" h="5" w="29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782343" y="1996506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789471" y="200186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2789091" y="200173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2789892" y="2001964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2794943" y="200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2796083" y="200025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2791847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2794563" y="2001923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2794794" y="200192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2796124" y="20000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2796749" y="19991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2796559" y="199920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2796178" y="1999737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2796369" y="19993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2796274" y="1999547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2794223" y="2001964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2887582" y="2010097"/>
              <a:ext cx="6572" cy="4100"/>
            </a:xfrm>
            <a:custGeom>
              <a:rect b="b" l="l" r="r" t="t"/>
              <a:pathLst>
                <a:path extrusionOk="0" h="302" w="484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2888668" y="2013192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2888913" y="201347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2888438" y="201290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2889049" y="201370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2887582" y="20115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2888247" y="20125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2889239" y="201389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2887908" y="2012093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2889334" y="20140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2893801" y="201024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2889483" y="201414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2889578" y="201423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2889619" y="201427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894181" y="2012188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893950" y="201095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894045" y="2011387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894140" y="2011808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889714" y="20143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893855" y="2010477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2333674" y="1750386"/>
              <a:ext cx="69992" cy="68689"/>
            </a:xfrm>
            <a:custGeom>
              <a:rect b="b" l="l" r="r" t="t"/>
              <a:pathLst>
                <a:path extrusionOk="0" h="5059" w="5155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2360965" y="1751568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2333674" y="1776048"/>
              <a:ext cx="15465" cy="8147"/>
            </a:xfrm>
            <a:custGeom>
              <a:rect b="b" l="l" r="r" t="t"/>
              <a:pathLst>
                <a:path extrusionOk="0" h="600" w="1139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334720" y="1789218"/>
              <a:ext cx="1059" cy="4481"/>
            </a:xfrm>
            <a:custGeom>
              <a:rect b="b" l="l" r="r" t="t"/>
              <a:pathLst>
                <a:path extrusionOk="0" h="330" w="78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334530" y="1788403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334340" y="1787697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333770" y="17850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334150" y="1787073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333865" y="178574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334055" y="178646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369709" y="1751568"/>
              <a:ext cx="2580" cy="1249"/>
            </a:xfrm>
            <a:custGeom>
              <a:rect b="b" l="l" r="r" t="t"/>
              <a:pathLst>
                <a:path extrusionOk="0" h="92" w="19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348135" y="1797392"/>
              <a:ext cx="2620" cy="1724"/>
            </a:xfrm>
            <a:custGeom>
              <a:rect b="b" l="l" r="r" t="t"/>
              <a:pathLst>
                <a:path extrusionOk="0" h="127" w="193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337666" y="1793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338046" y="1793590"/>
              <a:ext cx="679" cy="14"/>
            </a:xfrm>
            <a:custGeom>
              <a:rect b="b" l="l" r="r" t="t"/>
              <a:pathLst>
                <a:path extrusionOk="0" h="1" w="5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342663" y="179425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344088" y="1795016"/>
              <a:ext cx="4060" cy="2390"/>
            </a:xfrm>
            <a:custGeom>
              <a:rect b="b" l="l" r="r" t="t"/>
              <a:pathLst>
                <a:path extrusionOk="0" h="176" w="299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343192" y="1794540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338712" y="1793590"/>
              <a:ext cx="2009" cy="109"/>
            </a:xfrm>
            <a:custGeom>
              <a:rect b="b" l="l" r="r" t="t"/>
              <a:pathLst>
                <a:path extrusionOk="0" h="8" w="148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38230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386776" y="1818776"/>
              <a:ext cx="3435" cy="394"/>
            </a:xfrm>
            <a:custGeom>
              <a:rect b="b" l="l" r="r" t="t"/>
              <a:pathLst>
                <a:path extrusionOk="0" h="29" w="253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392098" y="1811662"/>
              <a:ext cx="11663" cy="11554"/>
            </a:xfrm>
            <a:custGeom>
              <a:rect b="b" l="l" r="r" t="t"/>
              <a:pathLst>
                <a:path extrusionOk="0" h="851" w="859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392003" y="1819401"/>
              <a:ext cx="3435" cy="434"/>
            </a:xfrm>
            <a:custGeom>
              <a:rect b="b" l="l" r="r" t="t"/>
              <a:pathLst>
                <a:path extrusionOk="0" h="32" w="253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399471" y="1823053"/>
              <a:ext cx="4236" cy="204"/>
            </a:xfrm>
            <a:custGeom>
              <a:rect b="b" l="l" r="r" t="t"/>
              <a:pathLst>
                <a:path extrusionOk="0" h="15" w="312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397991" y="181174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393185" y="181668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399702" y="181259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399227" y="181227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398426" y="181183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2397367" y="181174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2393755" y="181540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2400747" y="181354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2393375" y="181616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2400177" y="181303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2393565" y="181573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2398806" y="181202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2394420" y="1814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2394040" y="181483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2394135" y="181464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2394230" y="181449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2394380" y="18143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2394325" y="181440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2393904" y="181507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2013313" y="1624754"/>
              <a:ext cx="94975" cy="80080"/>
            </a:xfrm>
            <a:custGeom>
              <a:rect b="b" l="l" r="r" t="t"/>
              <a:pathLst>
                <a:path extrusionOk="0" h="5898" w="6995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2113407" y="1701277"/>
              <a:ext cx="5580" cy="11812"/>
            </a:xfrm>
            <a:custGeom>
              <a:rect b="b" l="l" r="r" t="t"/>
              <a:pathLst>
                <a:path extrusionOk="0" h="870" w="411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2091696" y="1640056"/>
              <a:ext cx="4616" cy="543"/>
            </a:xfrm>
            <a:custGeom>
              <a:rect b="b" l="l" r="r" t="t"/>
              <a:pathLst>
                <a:path extrusionOk="0" h="40" w="34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2083563" y="163439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2066972" y="162469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087840" y="163863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089741" y="1640151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089361" y="164001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079992" y="1635819"/>
              <a:ext cx="1629" cy="299"/>
            </a:xfrm>
            <a:custGeom>
              <a:rect b="b" l="l" r="r" t="t"/>
              <a:pathLst>
                <a:path extrusionOk="0" h="22" w="12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088411" y="163929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088981" y="163982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090121" y="1640110"/>
              <a:ext cx="1589" cy="109"/>
            </a:xfrm>
            <a:custGeom>
              <a:rect b="b" l="l" r="r" t="t"/>
              <a:pathLst>
                <a:path extrusionOk="0" h="8" w="117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088125" y="16389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088696" y="163958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091221" y="1640056"/>
              <a:ext cx="1100" cy="68"/>
            </a:xfrm>
            <a:custGeom>
              <a:rect b="b" l="l" r="r" t="t"/>
              <a:pathLst>
                <a:path extrusionOk="0" h="5" w="81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093923" y="1670524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103767" y="1657068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101676" y="165801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099585" y="1672289"/>
              <a:ext cx="502" cy="1385"/>
            </a:xfrm>
            <a:custGeom>
              <a:rect b="b" l="l" r="r" t="t"/>
              <a:pathLst>
                <a:path extrusionOk="0" h="102" w="37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101296" y="165820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100630" y="165868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100956" y="1658453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102056" y="165782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103142" y="1657543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102816" y="1657638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102436" y="1657733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100345" y="165902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099395" y="166030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099585" y="165991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099245" y="1660639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099150" y="1661019"/>
              <a:ext cx="109" cy="339"/>
            </a:xfrm>
            <a:custGeom>
              <a:rect b="b" l="l" r="r" t="t"/>
              <a:pathLst>
                <a:path extrusionOk="0" h="25" w="8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094018" y="1670958"/>
              <a:ext cx="543" cy="584"/>
            </a:xfrm>
            <a:custGeom>
              <a:rect b="b" l="l" r="r" t="t"/>
              <a:pathLst>
                <a:path extrusionOk="0" h="43" w="4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100060" y="165930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099816" y="16595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096299" y="1640626"/>
              <a:ext cx="1113" cy="489"/>
            </a:xfrm>
            <a:custGeom>
              <a:rect b="b" l="l" r="r" t="t"/>
              <a:pathLst>
                <a:path extrusionOk="0" h="36" w="82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103957" y="1654937"/>
              <a:ext cx="299" cy="2145"/>
            </a:xfrm>
            <a:custGeom>
              <a:rect b="b" l="l" r="r" t="t"/>
              <a:pathLst>
                <a:path extrusionOk="0" h="158" w="22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105138" y="1644577"/>
              <a:ext cx="1969" cy="625"/>
            </a:xfrm>
            <a:custGeom>
              <a:rect b="b" l="l" r="r" t="t"/>
              <a:pathLst>
                <a:path extrusionOk="0" h="46" w="145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095824" y="1640490"/>
              <a:ext cx="1018" cy="299"/>
            </a:xfrm>
            <a:custGeom>
              <a:rect b="b" l="l" r="r" t="t"/>
              <a:pathLst>
                <a:path extrusionOk="0" h="22" w="75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103862" y="165683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375130" y="1936371"/>
              <a:ext cx="14704" cy="7522"/>
            </a:xfrm>
            <a:custGeom>
              <a:rect b="b" l="l" r="r" t="t"/>
              <a:pathLst>
                <a:path extrusionOk="0" h="554" w="1083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380643" y="1923581"/>
              <a:ext cx="42986" cy="21887"/>
            </a:xfrm>
            <a:custGeom>
              <a:rect b="b" l="l" r="r" t="t"/>
              <a:pathLst>
                <a:path extrusionOk="0" h="1612" w="3166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391722" y="194055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391722" y="194150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391722" y="194093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391586" y="193893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381403" y="1935230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391396" y="1938516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382163" y="193566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391722" y="1940173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391627" y="194197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391722" y="193960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391722" y="19399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391722" y="193941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391627" y="193912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391491" y="193865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391532" y="193880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174075" y="1791214"/>
              <a:ext cx="223703" cy="138382"/>
            </a:xfrm>
            <a:custGeom>
              <a:rect b="b" l="l" r="r" t="t"/>
              <a:pathLst>
                <a:path extrusionOk="0" h="10192" w="16476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356122" y="1909990"/>
              <a:ext cx="28160" cy="28771"/>
            </a:xfrm>
            <a:custGeom>
              <a:rect b="b" l="l" r="r" t="t"/>
              <a:pathLst>
                <a:path extrusionOk="0" h="2119" w="2074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378552" y="193466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374370" y="193789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373759" y="19384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377601" y="193519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378362" y="193471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377370" y="1935380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377031" y="193557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376705" y="1935855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375470" y="193690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377846" y="193504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378076" y="1934905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374899" y="19373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375890" y="1936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376325" y="193614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378226" y="1934810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378647" y="1928917"/>
              <a:ext cx="3435" cy="5716"/>
            </a:xfrm>
            <a:custGeom>
              <a:rect b="b" l="l" r="r" t="t"/>
              <a:pathLst>
                <a:path extrusionOk="0" h="421" w="253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384078" y="19268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383127" y="1927152"/>
              <a:ext cx="869" cy="869"/>
            </a:xfrm>
            <a:custGeom>
              <a:rect b="b" l="l" r="r" t="t"/>
              <a:pathLst>
                <a:path extrusionOk="0" h="64" w="64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378647" y="1934524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358213" y="1927342"/>
              <a:ext cx="394" cy="543"/>
            </a:xfrm>
            <a:custGeom>
              <a:rect b="b" l="l" r="r" t="t"/>
              <a:pathLst>
                <a:path extrusionOk="0" h="40" w="29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360874" y="1924206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361064" y="192397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356122" y="1927912"/>
              <a:ext cx="2064" cy="2865"/>
            </a:xfrm>
            <a:custGeom>
              <a:rect b="b" l="l" r="r" t="t"/>
              <a:pathLst>
                <a:path extrusionOk="0" h="211" w="152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358647" y="1926826"/>
              <a:ext cx="339" cy="434"/>
            </a:xfrm>
            <a:custGeom>
              <a:rect b="b" l="l" r="r" t="t"/>
              <a:pathLst>
                <a:path extrusionOk="0" h="32" w="25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377465" y="1910085"/>
              <a:ext cx="1955" cy="14"/>
            </a:xfrm>
            <a:custGeom>
              <a:rect b="b" l="l" r="r" t="t"/>
              <a:pathLst>
                <a:path extrusionOk="0" h="1" w="144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359788" y="192544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359448" y="1925876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360113" y="192511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361213" y="192378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1360643" y="1924450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1360399" y="1924735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1359068" y="1926351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1380833" y="1905333"/>
              <a:ext cx="7386" cy="17841"/>
            </a:xfrm>
            <a:custGeom>
              <a:rect b="b" l="l" r="r" t="t"/>
              <a:pathLst>
                <a:path extrusionOk="0" h="1314" w="544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1381973" y="1909664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1381837" y="190980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1386970" y="190561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1382123" y="1909515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1382543" y="1908374"/>
              <a:ext cx="584" cy="774"/>
            </a:xfrm>
            <a:custGeom>
              <a:rect b="b" l="l" r="r" t="t"/>
              <a:pathLst>
                <a:path extrusionOk="0" h="57" w="43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1387214" y="190576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1382408" y="1909189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1381593" y="19099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1387499" y="1905957"/>
              <a:ext cx="720" cy="584"/>
            </a:xfrm>
            <a:custGeom>
              <a:rect b="b" l="l" r="r" t="t"/>
              <a:pathLst>
                <a:path extrusionOk="0" h="43" w="53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1382258" y="190937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1381688" y="1909854"/>
              <a:ext cx="109" cy="54"/>
            </a:xfrm>
            <a:custGeom>
              <a:rect b="b" l="l" r="r" t="t"/>
              <a:pathLst>
                <a:path extrusionOk="0" h="4" w="8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1380833" y="1922875"/>
              <a:ext cx="2105" cy="299"/>
            </a:xfrm>
            <a:custGeom>
              <a:rect b="b" l="l" r="r" t="t"/>
              <a:pathLst>
                <a:path extrusionOk="0" h="22" w="155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1490539" y="1892285"/>
              <a:ext cx="19416" cy="14772"/>
            </a:xfrm>
            <a:custGeom>
              <a:rect b="b" l="l" r="r" t="t"/>
              <a:pathLst>
                <a:path extrusionOk="0" h="1088" w="143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1510647" y="1894932"/>
              <a:ext cx="23353" cy="13252"/>
            </a:xfrm>
            <a:custGeom>
              <a:rect b="b" l="l" r="r" t="t"/>
              <a:pathLst>
                <a:path extrusionOk="0" h="976" w="172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1510797" y="1904382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1511598" y="1896453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1510647" y="1905998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1510552" y="190770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1510932" y="190282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1511082" y="1901056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1511462" y="1897824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1511272" y="1899399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1511788" y="1895068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1394193" y="1931619"/>
              <a:ext cx="29585" cy="30481"/>
            </a:xfrm>
            <a:custGeom>
              <a:rect b="b" l="l" r="r" t="t"/>
              <a:pathLst>
                <a:path extrusionOk="0" h="2245" w="2179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1418863" y="19336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1419488" y="1933194"/>
              <a:ext cx="244" cy="149"/>
            </a:xfrm>
            <a:custGeom>
              <a:rect b="b" l="l" r="r" t="t"/>
              <a:pathLst>
                <a:path extrusionOk="0" h="11" w="18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1421429" y="1932189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1420058" y="193281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1423575" y="193161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1422190" y="1931958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1422814" y="1931768"/>
              <a:ext cx="394" cy="109"/>
            </a:xfrm>
            <a:custGeom>
              <a:rect b="b" l="l" r="r" t="t"/>
              <a:pathLst>
                <a:path extrusionOk="0" h="8" w="29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1399189" y="194425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1420669" y="1932433"/>
              <a:ext cx="489" cy="244"/>
            </a:xfrm>
            <a:custGeom>
              <a:rect b="b" l="l" r="r" t="t"/>
              <a:pathLst>
                <a:path extrusionOk="0" h="18" w="36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1399135" y="1942793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1494680" y="2006254"/>
              <a:ext cx="293288" cy="299506"/>
            </a:xfrm>
            <a:custGeom>
              <a:rect b="b" l="l" r="r" t="t"/>
              <a:pathLst>
                <a:path extrusionOk="0" h="22059" w="21601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1610849" y="2278130"/>
              <a:ext cx="35193" cy="37406"/>
            </a:xfrm>
            <a:custGeom>
              <a:rect b="b" l="l" r="r" t="t"/>
              <a:pathLst>
                <a:path extrusionOk="0" h="2755" w="2592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1645078" y="2303846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1644983" y="2300289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1645173" y="23044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1645024" y="230323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1645268" y="230508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1644983" y="230199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1644983" y="230261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1644983" y="2300859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1645838" y="230694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1645594" y="2306317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1645404" y="2305706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1617312" y="2278700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1618032" y="2278660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1645024" y="2299718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1645078" y="229918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1644983" y="230142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1645119" y="2298673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1618697" y="2278565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1533091" y="2481100"/>
              <a:ext cx="1575" cy="3014"/>
            </a:xfrm>
            <a:custGeom>
              <a:rect b="b" l="l" r="r" t="t"/>
              <a:pathLst>
                <a:path extrusionOk="0" h="222" w="116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1496866" y="2211818"/>
              <a:ext cx="147845" cy="264069"/>
            </a:xfrm>
            <a:custGeom>
              <a:rect b="b" l="l" r="r" t="t"/>
              <a:pathLst>
                <a:path extrusionOk="0" h="19449" w="10889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1532711" y="2487712"/>
              <a:ext cx="24589" cy="16850"/>
            </a:xfrm>
            <a:custGeom>
              <a:rect b="b" l="l" r="r" t="t"/>
              <a:pathLst>
                <a:path extrusionOk="0" h="1241" w="1811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1640177" y="2240588"/>
              <a:ext cx="3245" cy="244"/>
            </a:xfrm>
            <a:custGeom>
              <a:rect b="b" l="l" r="r" t="t"/>
              <a:pathLst>
                <a:path extrusionOk="0" h="18" w="239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1639946" y="22405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1620924" y="2257221"/>
              <a:ext cx="12709" cy="14555"/>
            </a:xfrm>
            <a:custGeom>
              <a:rect b="b" l="l" r="r" t="t"/>
              <a:pathLst>
                <a:path extrusionOk="0" h="1072" w="936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1615031" y="2277560"/>
              <a:ext cx="733" cy="828"/>
            </a:xfrm>
            <a:custGeom>
              <a:rect b="b" l="l" r="r" t="t"/>
              <a:pathLst>
                <a:path extrusionOk="0" h="61" w="54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1644453" y="2246291"/>
              <a:ext cx="109" cy="1100"/>
            </a:xfrm>
            <a:custGeom>
              <a:rect b="b" l="l" r="r" t="t"/>
              <a:pathLst>
                <a:path extrusionOk="0" h="81" w="8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1644358" y="2245001"/>
              <a:ext cx="109" cy="1208"/>
            </a:xfrm>
            <a:custGeom>
              <a:rect b="b" l="l" r="r" t="t"/>
              <a:pathLst>
                <a:path extrusionOk="0" h="89" w="8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1644168" y="224367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1644358" y="224490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1635710" y="2253745"/>
              <a:ext cx="3720" cy="1914"/>
            </a:xfrm>
            <a:custGeom>
              <a:rect b="b" l="l" r="r" t="t"/>
              <a:pathLst>
                <a:path extrusionOk="0" h="141" w="274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1614081" y="228003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1611284" y="231011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1611379" y="23097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1611379" y="23095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1613700" y="2281226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1611134" y="23105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1481659" y="2178417"/>
              <a:ext cx="61465" cy="331549"/>
            </a:xfrm>
            <a:custGeom>
              <a:rect b="b" l="l" r="r" t="t"/>
              <a:pathLst>
                <a:path extrusionOk="0" h="24419" w="4527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1538223" y="2504929"/>
              <a:ext cx="4671" cy="855"/>
            </a:xfrm>
            <a:custGeom>
              <a:rect b="b" l="l" r="r" t="t"/>
              <a:pathLst>
                <a:path extrusionOk="0" h="63" w="344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1490593" y="2404157"/>
              <a:ext cx="3476" cy="4236"/>
            </a:xfrm>
            <a:custGeom>
              <a:rect b="b" l="l" r="r" t="t"/>
              <a:pathLst>
                <a:path extrusionOk="0" h="312" w="256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1481225" y="2421916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1543206" y="221900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1542351" y="2224132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1542446" y="2223617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1542256" y="2224513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1542066" y="2225137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532466" y="2238158"/>
              <a:ext cx="1874" cy="6381"/>
            </a:xfrm>
            <a:custGeom>
              <a:rect b="b" l="l" r="r" t="t"/>
              <a:pathLst>
                <a:path extrusionOk="0" h="470" w="138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542161" y="2224893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543016" y="2220141"/>
              <a:ext cx="68" cy="584"/>
            </a:xfrm>
            <a:custGeom>
              <a:rect b="b" l="l" r="r" t="t"/>
              <a:pathLst>
                <a:path extrusionOk="0" h="43" w="5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531611" y="2504576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1508556" y="2474447"/>
              <a:ext cx="1059" cy="149"/>
            </a:xfrm>
            <a:custGeom>
              <a:rect b="b" l="l" r="r" t="t"/>
              <a:pathLst>
                <a:path extrusionOk="0" h="11" w="78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1542921" y="2220955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153299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1542826" y="2221566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1540830" y="2504861"/>
              <a:ext cx="638" cy="68"/>
            </a:xfrm>
            <a:custGeom>
              <a:rect b="b" l="l" r="r" t="t"/>
              <a:pathLst>
                <a:path extrusionOk="0" h="5" w="47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1543111" y="2219530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1508516" y="2416173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1512738" y="2402867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1507660" y="2400396"/>
              <a:ext cx="3910" cy="1724"/>
            </a:xfrm>
            <a:custGeom>
              <a:rect b="b" l="l" r="r" t="t"/>
              <a:pathLst>
                <a:path extrusionOk="0" h="127" w="288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1542541" y="2223141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1542785" y="222213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1541590" y="25049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1542636" y="2222666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1514978" y="2347728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1530620" y="2480530"/>
              <a:ext cx="1005" cy="24059"/>
            </a:xfrm>
            <a:custGeom>
              <a:rect b="b" l="l" r="r" t="t"/>
              <a:pathLst>
                <a:path extrusionOk="0" h="1772" w="74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1523858" y="247486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1525243" y="2475724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1524483" y="24752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1523057" y="247448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1495386" y="2453008"/>
              <a:ext cx="1208" cy="2539"/>
            </a:xfrm>
            <a:custGeom>
              <a:rect b="b" l="l" r="r" t="t"/>
              <a:pathLst>
                <a:path extrusionOk="0" h="187" w="89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1542215" y="250495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1531801" y="2504861"/>
              <a:ext cx="543" cy="258"/>
            </a:xfrm>
            <a:custGeom>
              <a:rect b="b" l="l" r="r" t="t"/>
              <a:pathLst>
                <a:path extrusionOk="0" h="19" w="4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153246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153265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1542785" y="2505105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1522297" y="2306412"/>
              <a:ext cx="625" cy="3014"/>
            </a:xfrm>
            <a:custGeom>
              <a:rect b="b" l="l" r="r" t="t"/>
              <a:pathLst>
                <a:path extrusionOk="0" h="222" w="46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1541930" y="22253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1538223" y="2504834"/>
              <a:ext cx="2620" cy="41"/>
            </a:xfrm>
            <a:custGeom>
              <a:rect b="b" l="l" r="r" t="t"/>
              <a:pathLst>
                <a:path extrusionOk="0" h="3" w="193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1518495" y="2283982"/>
              <a:ext cx="815" cy="434"/>
            </a:xfrm>
            <a:custGeom>
              <a:rect b="b" l="l" r="r" t="t"/>
              <a:pathLst>
                <a:path extrusionOk="0" h="32" w="6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1578290" y="2191723"/>
              <a:ext cx="61669" cy="63298"/>
            </a:xfrm>
            <a:custGeom>
              <a:rect b="b" l="l" r="r" t="t"/>
              <a:pathLst>
                <a:path extrusionOk="0" h="4662" w="4542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1613184" y="2195620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1612804" y="2194954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1613035" y="2195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1638086" y="2239733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1612560" y="219461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1625201" y="2214031"/>
              <a:ext cx="299" cy="54"/>
            </a:xfrm>
            <a:custGeom>
              <a:rect b="b" l="l" r="r" t="t"/>
              <a:pathLst>
                <a:path extrusionOk="0" h="4" w="22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1613184" y="21960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1639280" y="222722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1613320" y="219600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1613280" y="2195810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1638181" y="2226943"/>
              <a:ext cx="1113" cy="299"/>
            </a:xfrm>
            <a:custGeom>
              <a:rect b="b" l="l" r="r" t="t"/>
              <a:pathLst>
                <a:path extrusionOk="0" h="22" w="82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1634759" y="2250514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1581101" y="2216013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1580436" y="2215294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1581807" y="2216719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1582472" y="2217439"/>
              <a:ext cx="543" cy="530"/>
            </a:xfrm>
            <a:custGeom>
              <a:rect b="b" l="l" r="r" t="t"/>
              <a:pathLst>
                <a:path extrusionOk="0" h="39" w="4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1638140" y="2238878"/>
              <a:ext cx="14" cy="869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1579662" y="2214438"/>
              <a:ext cx="638" cy="679"/>
            </a:xfrm>
            <a:custGeom>
              <a:rect b="b" l="l" r="r" t="t"/>
              <a:pathLst>
                <a:path extrusionOk="0" h="50" w="47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1579146" y="2213773"/>
              <a:ext cx="530" cy="679"/>
            </a:xfrm>
            <a:custGeom>
              <a:rect b="b" l="l" r="r" t="t"/>
              <a:pathLst>
                <a:path extrusionOk="0" h="50" w="39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1578290" y="221268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1619932" y="2254220"/>
              <a:ext cx="774" cy="68"/>
            </a:xfrm>
            <a:custGeom>
              <a:rect b="b" l="l" r="r" t="t"/>
              <a:pathLst>
                <a:path extrusionOk="0" h="5" w="57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1578616" y="2213108"/>
              <a:ext cx="394" cy="489"/>
            </a:xfrm>
            <a:custGeom>
              <a:rect b="b" l="l" r="r" t="t"/>
              <a:pathLst>
                <a:path extrusionOk="0" h="36" w="29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622254" y="225441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618982" y="2254275"/>
              <a:ext cx="774" cy="109"/>
            </a:xfrm>
            <a:custGeom>
              <a:rect b="b" l="l" r="r" t="t"/>
              <a:pathLst>
                <a:path extrusionOk="0" h="8" w="57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621263" y="22542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617461" y="2254370"/>
              <a:ext cx="1534" cy="109"/>
            </a:xfrm>
            <a:custGeom>
              <a:rect b="b" l="l" r="r" t="t"/>
              <a:pathLst>
                <a:path extrusionOk="0" h="8" w="113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622824" y="2254600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621779" y="225431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584712" y="2219475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583137" y="2218050"/>
              <a:ext cx="679" cy="679"/>
            </a:xfrm>
            <a:custGeom>
              <a:rect b="b" l="l" r="r" t="t"/>
              <a:pathLst>
                <a:path extrusionOk="0" h="50" w="5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586084" y="222061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583952" y="2218810"/>
              <a:ext cx="584" cy="543"/>
            </a:xfrm>
            <a:custGeom>
              <a:rect b="b" l="l" r="r" t="t"/>
              <a:pathLst>
                <a:path extrusionOk="0" h="40" w="43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585418" y="2220100"/>
              <a:ext cx="448" cy="339"/>
            </a:xfrm>
            <a:custGeom>
              <a:rect b="b" l="l" r="r" t="t"/>
              <a:pathLst>
                <a:path extrusionOk="0" h="25" w="33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586749" y="2221050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638086" y="2239638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638086" y="2240168"/>
              <a:ext cx="68" cy="475"/>
            </a:xfrm>
            <a:custGeom>
              <a:rect b="b" l="l" r="r" t="t"/>
              <a:pathLst>
                <a:path extrusionOk="0" h="35" w="5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638140" y="22391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405367" y="1962046"/>
              <a:ext cx="22118" cy="18031"/>
            </a:xfrm>
            <a:custGeom>
              <a:rect b="b" l="l" r="r" t="t"/>
              <a:pathLst>
                <a:path extrusionOk="0" h="1328" w="1629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408599" y="1961951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40755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418918" y="1963988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40812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407214" y="19619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419773" y="19640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420533" y="196398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418442" y="1963893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417057" y="1963322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417533" y="1963607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409115" y="1961992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409549" y="196208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417913" y="1963757"/>
              <a:ext cx="448" cy="149"/>
            </a:xfrm>
            <a:custGeom>
              <a:rect b="b" l="l" r="r" t="t"/>
              <a:pathLst>
                <a:path extrusionOk="0" h="11" w="33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427662" y="1972433"/>
              <a:ext cx="41031" cy="16768"/>
            </a:xfrm>
            <a:custGeom>
              <a:rect b="b" l="l" r="r" t="t"/>
              <a:pathLst>
                <a:path extrusionOk="0" h="1235" w="3022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428272" y="1975013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428272" y="197563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428707" y="197364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428272" y="1976072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427797" y="1978923"/>
              <a:ext cx="299" cy="869"/>
            </a:xfrm>
            <a:custGeom>
              <a:rect b="b" l="l" r="r" t="t"/>
              <a:pathLst>
                <a:path extrusionOk="0" h="64" w="22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428082" y="1976642"/>
              <a:ext cx="394" cy="2295"/>
            </a:xfrm>
            <a:custGeom>
              <a:rect b="b" l="l" r="r" t="t"/>
              <a:pathLst>
                <a:path extrusionOk="0" h="169" w="29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428272" y="1976397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428368" y="1974497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427662" y="1979778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428558" y="1973967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456704" y="1951401"/>
              <a:ext cx="86665" cy="123066"/>
            </a:xfrm>
            <a:custGeom>
              <a:rect b="b" l="l" r="r" t="t"/>
              <a:pathLst>
                <a:path extrusionOk="0" h="9064" w="6383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525392" y="2067095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536743" y="2029771"/>
              <a:ext cx="2675" cy="679"/>
            </a:xfrm>
            <a:custGeom>
              <a:rect b="b" l="l" r="r" t="t"/>
              <a:pathLst>
                <a:path extrusionOk="0" h="50" w="197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540124" y="202954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536363" y="203043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542215" y="2028440"/>
              <a:ext cx="720" cy="353"/>
            </a:xfrm>
            <a:custGeom>
              <a:rect b="b" l="l" r="r" t="t"/>
              <a:pathLst>
                <a:path extrusionOk="0" h="26" w="53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525433" y="2066335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525487" y="206552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539459" y="2029676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525202" y="2068521"/>
              <a:ext cx="109" cy="434"/>
            </a:xfrm>
            <a:custGeom>
              <a:rect b="b" l="l" r="r" t="t"/>
              <a:pathLst>
                <a:path extrusionOk="0" h="32" w="8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524157" y="2073178"/>
              <a:ext cx="95" cy="394"/>
            </a:xfrm>
            <a:custGeom>
              <a:rect b="b" l="l" r="r" t="t"/>
              <a:pathLst>
                <a:path extrusionOk="0" h="29" w="7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525338" y="206785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524483" y="2071983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523953" y="2073653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523532" y="207460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523573" y="2074413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523763" y="2074074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524347" y="2072608"/>
              <a:ext cx="95" cy="434"/>
            </a:xfrm>
            <a:custGeom>
              <a:rect b="b" l="l" r="r" t="t"/>
              <a:pathLst>
                <a:path extrusionOk="0" h="32" w="7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525107" y="2069281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524822" y="2070707"/>
              <a:ext cx="95" cy="434"/>
            </a:xfrm>
            <a:custGeom>
              <a:rect b="b" l="l" r="r" t="t"/>
              <a:pathLst>
                <a:path extrusionOk="0" h="32" w="7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524958" y="206998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524673" y="2071372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467063" y="19876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467783" y="198690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466724" y="198799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467389" y="1987287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468163" y="19866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469344" y="1985481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465828" y="198899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466059" y="198865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466398" y="19883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470010" y="1984476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468448" y="198637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469154" y="198576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470295" y="19838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469725" y="198500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468679" y="198614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468964" y="198595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527008" y="2118853"/>
              <a:ext cx="88322" cy="99360"/>
            </a:xfrm>
            <a:custGeom>
              <a:rect b="b" l="l" r="r" t="t"/>
              <a:pathLst>
                <a:path extrusionOk="0" h="7318" w="6505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596443" y="2164147"/>
              <a:ext cx="8812" cy="4820"/>
            </a:xfrm>
            <a:custGeom>
              <a:rect b="b" l="l" r="r" t="t"/>
              <a:pathLst>
                <a:path extrusionOk="0" h="355" w="649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14230" y="2188587"/>
              <a:ext cx="54" cy="625"/>
            </a:xfrm>
            <a:custGeom>
              <a:rect b="b" l="l" r="r" t="t"/>
              <a:pathLst>
                <a:path extrusionOk="0" h="46" w="4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584047" y="2146754"/>
              <a:ext cx="4616" cy="923"/>
            </a:xfrm>
            <a:custGeom>
              <a:rect b="b" l="l" r="r" t="t"/>
              <a:pathLst>
                <a:path extrusionOk="0" h="68" w="34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12370" y="2190433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14040" y="218991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529140" y="2128031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14230" y="2189293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529425" y="212812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575290" y="21408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15085" y="2180983"/>
              <a:ext cx="299" cy="2009"/>
            </a:xfrm>
            <a:custGeom>
              <a:rect b="b" l="l" r="r" t="t"/>
              <a:pathLst>
                <a:path extrusionOk="0" h="148" w="22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595493" y="2161391"/>
              <a:ext cx="964" cy="2770"/>
            </a:xfrm>
            <a:custGeom>
              <a:rect b="b" l="l" r="r" t="t"/>
              <a:pathLst>
                <a:path extrusionOk="0" h="204" w="71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543736" y="2212822"/>
              <a:ext cx="4711" cy="3775"/>
            </a:xfrm>
            <a:custGeom>
              <a:rect b="b" l="l" r="r" t="t"/>
              <a:pathLst>
                <a:path extrusionOk="0" h="278" w="347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568542" y="2210324"/>
              <a:ext cx="8092" cy="855"/>
            </a:xfrm>
            <a:custGeom>
              <a:rect b="b" l="l" r="r" t="t"/>
              <a:pathLst>
                <a:path extrusionOk="0" h="63" w="596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530375" y="218012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527049" y="2176177"/>
              <a:ext cx="2675" cy="3340"/>
            </a:xfrm>
            <a:custGeom>
              <a:rect b="b" l="l" r="r" t="t"/>
              <a:pathLst>
                <a:path extrusionOk="0" h="246" w="197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540314" y="2216583"/>
              <a:ext cx="3435" cy="1629"/>
            </a:xfrm>
            <a:custGeom>
              <a:rect b="b" l="l" r="r" t="t"/>
              <a:pathLst>
                <a:path extrusionOk="0" h="120" w="253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530565" y="2180413"/>
              <a:ext cx="353" cy="489"/>
            </a:xfrm>
            <a:custGeom>
              <a:rect b="b" l="l" r="r" t="t"/>
              <a:pathLst>
                <a:path extrusionOk="0" h="36" w="26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540260" y="221781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540124" y="2216149"/>
              <a:ext cx="109" cy="1018"/>
            </a:xfrm>
            <a:custGeom>
              <a:rect b="b" l="l" r="r" t="t"/>
              <a:pathLst>
                <a:path extrusionOk="0" h="75" w="8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540219" y="2217289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533512" y="2195335"/>
              <a:ext cx="869" cy="2675"/>
            </a:xfrm>
            <a:custGeom>
              <a:rect b="b" l="l" r="r" t="t"/>
              <a:pathLst>
                <a:path extrusionOk="0" h="197" w="64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530090" y="21798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543355" y="2216108"/>
              <a:ext cx="1100" cy="720"/>
            </a:xfrm>
            <a:custGeom>
              <a:rect b="b" l="l" r="r" t="t"/>
              <a:pathLst>
                <a:path extrusionOk="0" h="53" w="81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579281" y="2208980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579376" y="2208641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576620" y="2210786"/>
              <a:ext cx="2105" cy="122"/>
            </a:xfrm>
            <a:custGeom>
              <a:rect b="b" l="l" r="r" t="t"/>
              <a:pathLst>
                <a:path extrusionOk="0" h="9" w="155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595588" y="2189958"/>
              <a:ext cx="5621" cy="1018"/>
            </a:xfrm>
            <a:custGeom>
              <a:rect b="b" l="l" r="r" t="t"/>
              <a:pathLst>
                <a:path extrusionOk="0" h="75" w="414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11609" y="219276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579526" y="220826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12180" y="219261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575385" y="2210636"/>
              <a:ext cx="1724" cy="204"/>
            </a:xfrm>
            <a:custGeom>
              <a:rect b="b" l="l" r="r" t="t"/>
              <a:pathLst>
                <a:path extrusionOk="0" h="15" w="127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438877" y="2046607"/>
              <a:ext cx="93508" cy="136291"/>
            </a:xfrm>
            <a:custGeom>
              <a:rect b="b" l="l" r="r" t="t"/>
              <a:pathLst>
                <a:path extrusionOk="0" h="10038" w="6887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518685" y="2074223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17545" y="207454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18305" y="2074318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17110" y="207479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16594" y="2075024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19065" y="207422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04184" y="2079356"/>
              <a:ext cx="2349" cy="964"/>
            </a:xfrm>
            <a:custGeom>
              <a:rect b="b" l="l" r="r" t="t"/>
              <a:pathLst>
                <a:path extrusionOk="0" h="71" w="173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17925" y="2074413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22052" y="2182355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18305" y="2072988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485176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485692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486411" y="20462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486982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486506" y="2046322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486792" y="204641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486887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517965" y="207251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84171" y="20462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85407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83655" y="204636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82800" y="2046417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519201" y="2073789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510606" y="2062248"/>
              <a:ext cx="1249" cy="299"/>
            </a:xfrm>
            <a:custGeom>
              <a:rect b="b" l="l" r="r" t="t"/>
              <a:pathLst>
                <a:path extrusionOk="0" h="22" w="92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518726" y="2073463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84646" y="204626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86642" y="2046362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526003" y="2172945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525677" y="217332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529425" y="21325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527714" y="2129212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527049" y="212778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527388" y="2128452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525202" y="217566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525243" y="2176041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528094" y="2129973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525243" y="217461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525297" y="2174181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525433" y="2173706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528950" y="213168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25202" y="2175131"/>
              <a:ext cx="54" cy="448"/>
            </a:xfrm>
            <a:custGeom>
              <a:rect b="b" l="l" r="r" t="t"/>
              <a:pathLst>
                <a:path extrusionOk="0" h="33" w="4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528529" y="21307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499201" y="1953967"/>
              <a:ext cx="99781" cy="84031"/>
            </a:xfrm>
            <a:custGeom>
              <a:rect b="b" l="l" r="r" t="t"/>
              <a:pathLst>
                <a:path extrusionOk="0" h="6189" w="7349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578575" y="2011862"/>
              <a:ext cx="4915" cy="1385"/>
            </a:xfrm>
            <a:custGeom>
              <a:rect b="b" l="l" r="r" t="t"/>
              <a:pathLst>
                <a:path extrusionOk="0" h="102" w="362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547062" y="2032676"/>
              <a:ext cx="489" cy="774"/>
            </a:xfrm>
            <a:custGeom>
              <a:rect b="b" l="l" r="r" t="t"/>
              <a:pathLst>
                <a:path extrusionOk="0" h="57" w="36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557381" y="2036817"/>
              <a:ext cx="625" cy="339"/>
            </a:xfrm>
            <a:custGeom>
              <a:rect b="b" l="l" r="r" t="t"/>
              <a:pathLst>
                <a:path extrusionOk="0" h="25" w="46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592316" y="2006960"/>
              <a:ext cx="1100" cy="1684"/>
            </a:xfrm>
            <a:custGeom>
              <a:rect b="b" l="l" r="r" t="t"/>
              <a:pathLst>
                <a:path extrusionOk="0" h="124" w="81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547537" y="2033436"/>
              <a:ext cx="2009" cy="2634"/>
            </a:xfrm>
            <a:custGeom>
              <a:rect b="b" l="l" r="r" t="t"/>
              <a:pathLst>
                <a:path extrusionOk="0" h="194" w="148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546397" y="2031576"/>
              <a:ext cx="530" cy="869"/>
            </a:xfrm>
            <a:custGeom>
              <a:rect b="b" l="l" r="r" t="t"/>
              <a:pathLst>
                <a:path extrusionOk="0" h="64" w="39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545582" y="2030544"/>
              <a:ext cx="679" cy="910"/>
            </a:xfrm>
            <a:custGeom>
              <a:rect b="b" l="l" r="r" t="t"/>
              <a:pathLst>
                <a:path extrusionOk="0" h="67" w="5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544822" y="2029580"/>
              <a:ext cx="774" cy="923"/>
            </a:xfrm>
            <a:custGeom>
              <a:rect b="b" l="l" r="r" t="t"/>
              <a:pathLst>
                <a:path extrusionOk="0" h="68" w="57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506941" y="196037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508651" y="195843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508271" y="1958624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507280" y="1990084"/>
              <a:ext cx="3096" cy="1086"/>
            </a:xfrm>
            <a:custGeom>
              <a:rect b="b" l="l" r="r" t="t"/>
              <a:pathLst>
                <a:path extrusionOk="0" h="80" w="228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614271" y="1998868"/>
              <a:ext cx="28730" cy="30970"/>
            </a:xfrm>
            <a:custGeom>
              <a:rect b="b" l="l" r="r" t="t"/>
              <a:pathLst>
                <a:path extrusionOk="0" h="2281" w="2116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636321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639185" y="202444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636796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638900" y="20243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626871" y="20296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639471" y="2024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627441" y="2029255"/>
              <a:ext cx="530" cy="339"/>
            </a:xfrm>
            <a:custGeom>
              <a:rect b="b" l="l" r="r" t="t"/>
              <a:pathLst>
                <a:path extrusionOk="0" h="25" w="39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627156" y="2029580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638561" y="2024258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637475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637230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638235" y="20242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639756" y="2024788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637855" y="202416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639946" y="202501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589940" y="1981910"/>
              <a:ext cx="32613" cy="51690"/>
            </a:xfrm>
            <a:custGeom>
              <a:rect b="b" l="l" r="r" t="t"/>
              <a:pathLst>
                <a:path extrusionOk="0" h="3807" w="2402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596688" y="2004394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594502" y="200515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621019" y="202849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594638" y="2004394"/>
              <a:ext cx="1969" cy="774"/>
            </a:xfrm>
            <a:custGeom>
              <a:rect b="b" l="l" r="r" t="t"/>
              <a:pathLst>
                <a:path extrusionOk="0" h="57" w="145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621494" y="202853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619878" y="2028589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619362" y="2028684"/>
              <a:ext cx="434" cy="149"/>
            </a:xfrm>
            <a:custGeom>
              <a:rect b="b" l="l" r="r" t="t"/>
              <a:pathLst>
                <a:path extrusionOk="0" h="11" w="32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620353" y="2028494"/>
              <a:ext cx="448" cy="54"/>
            </a:xfrm>
            <a:custGeom>
              <a:rect b="b" l="l" r="r" t="t"/>
              <a:pathLst>
                <a:path extrusionOk="0" h="4" w="33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618507" y="202916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618928" y="2028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622254" y="202863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599444" y="198362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591365" y="200148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594067" y="2004869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599064" y="198405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599824" y="198310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593266" y="200382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591936" y="200215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590890" y="200097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598344" y="1984815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592547" y="200291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595303" y="1987287"/>
              <a:ext cx="353" cy="584"/>
            </a:xfrm>
            <a:custGeom>
              <a:rect b="b" l="l" r="r" t="t"/>
              <a:pathLst>
                <a:path extrusionOk="0" h="43" w="26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600245" y="1982534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598684" y="1984476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596498" y="1985101"/>
              <a:ext cx="1534" cy="1195"/>
            </a:xfrm>
            <a:custGeom>
              <a:rect b="b" l="l" r="r" t="t"/>
              <a:pathLst>
                <a:path extrusionOk="0" h="88" w="113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590456" y="200053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619783" y="1999968"/>
              <a:ext cx="109" cy="353"/>
            </a:xfrm>
            <a:custGeom>
              <a:rect b="b" l="l" r="r" t="t"/>
              <a:pathLst>
                <a:path extrusionOk="0" h="26" w="8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619213" y="2003783"/>
              <a:ext cx="68" cy="190"/>
            </a:xfrm>
            <a:custGeom>
              <a:rect b="b" l="l" r="r" t="t"/>
              <a:pathLst>
                <a:path extrusionOk="0" h="14" w="5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619267" y="2001964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619362" y="2001353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619552" y="2000688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619172" y="200319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620598" y="2025073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619118" y="2022031"/>
              <a:ext cx="258" cy="530"/>
            </a:xfrm>
            <a:custGeom>
              <a:rect b="b" l="l" r="r" t="t"/>
              <a:pathLst>
                <a:path extrusionOk="0" h="39" w="19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622118" y="2027924"/>
              <a:ext cx="339" cy="584"/>
            </a:xfrm>
            <a:custGeom>
              <a:rect b="b" l="l" r="r" t="t"/>
              <a:pathLst>
                <a:path extrusionOk="0" h="43" w="25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619172" y="2002588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619742" y="2023403"/>
              <a:ext cx="299" cy="584"/>
            </a:xfrm>
            <a:custGeom>
              <a:rect b="b" l="l" r="r" t="t"/>
              <a:pathLst>
                <a:path extrusionOk="0" h="43" w="22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621548" y="2026879"/>
              <a:ext cx="434" cy="815"/>
            </a:xfrm>
            <a:custGeom>
              <a:rect b="b" l="l" r="r" t="t"/>
              <a:pathLst>
                <a:path extrusionOk="0" h="60" w="32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621073" y="2025928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620123" y="202412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619403" y="2022642"/>
              <a:ext cx="299" cy="638"/>
            </a:xfrm>
            <a:custGeom>
              <a:rect b="b" l="l" r="r" t="t"/>
              <a:pathLst>
                <a:path extrusionOk="0" h="47" w="22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619457" y="200444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641466" y="2001964"/>
              <a:ext cx="20488" cy="25689"/>
            </a:xfrm>
            <a:custGeom>
              <a:rect b="b" l="l" r="r" t="t"/>
              <a:pathLst>
                <a:path extrusionOk="0" h="1892" w="1509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659470" y="201547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656714" y="2018936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660760" y="201414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654487" y="20224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660095" y="2014808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655478" y="2020646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654962" y="202155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656049" y="2019791"/>
              <a:ext cx="258" cy="353"/>
            </a:xfrm>
            <a:custGeom>
              <a:rect b="b" l="l" r="r" t="t"/>
              <a:pathLst>
                <a:path extrusionOk="0" h="26" w="19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645933" y="2026634"/>
              <a:ext cx="4711" cy="774"/>
            </a:xfrm>
            <a:custGeom>
              <a:rect b="b" l="l" r="r" t="t"/>
              <a:pathLst>
                <a:path extrusionOk="0" h="57" w="347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58194" y="2017035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45268" y="2027395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658859" y="201623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661371" y="201361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654107" y="2023308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641697" y="2026919"/>
              <a:ext cx="3476" cy="733"/>
            </a:xfrm>
            <a:custGeom>
              <a:rect b="b" l="l" r="r" t="t"/>
              <a:pathLst>
                <a:path extrusionOk="0" h="54" w="256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643123" y="2023688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1643082" y="202383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642458" y="2013097"/>
              <a:ext cx="1344" cy="8798"/>
            </a:xfrm>
            <a:custGeom>
              <a:rect b="b" l="l" r="r" t="t"/>
              <a:pathLst>
                <a:path extrusionOk="0" h="648" w="99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1644128" y="200435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1644358" y="20037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1644834" y="200205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1644033" y="200454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643028" y="202387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1643693" y="200511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644453" y="200338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642607" y="202459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642987" y="202402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642702" y="202440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643652" y="20052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642838" y="20242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643408" y="2021882"/>
              <a:ext cx="163" cy="1113"/>
            </a:xfrm>
            <a:custGeom>
              <a:rect b="b" l="l" r="r" t="t"/>
              <a:pathLst>
                <a:path extrusionOk="0" h="82" w="12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644698" y="200258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643937" y="200473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642267" y="20252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644603" y="2003009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42892" y="20241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643598" y="20052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43842" y="200486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42458" y="20248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643747" y="20049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415781" y="1868483"/>
              <a:ext cx="74445" cy="23055"/>
            </a:xfrm>
            <a:custGeom>
              <a:rect b="b" l="l" r="r" t="t"/>
              <a:pathLst>
                <a:path extrusionOk="0" h="1698" w="5483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1460410" y="1905007"/>
              <a:ext cx="815" cy="434"/>
            </a:xfrm>
            <a:custGeom>
              <a:rect b="b" l="l" r="r" t="t"/>
              <a:pathLst>
                <a:path extrusionOk="0" h="32" w="6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1461402" y="1905075"/>
              <a:ext cx="13333" cy="3286"/>
            </a:xfrm>
            <a:custGeom>
              <a:rect b="b" l="l" r="r" t="t"/>
              <a:pathLst>
                <a:path extrusionOk="0" h="242" w="982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545446" y="1904002"/>
              <a:ext cx="11039" cy="3720"/>
            </a:xfrm>
            <a:custGeom>
              <a:rect b="b" l="l" r="r" t="t"/>
              <a:pathLst>
                <a:path extrusionOk="0" h="274" w="813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591976" y="2466518"/>
              <a:ext cx="8907" cy="7115"/>
            </a:xfrm>
            <a:custGeom>
              <a:rect b="b" l="l" r="r" t="t"/>
              <a:pathLst>
                <a:path extrusionOk="0" h="524" w="656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602621" y="2468718"/>
              <a:ext cx="10862" cy="5540"/>
            </a:xfrm>
            <a:custGeom>
              <a:rect b="b" l="l" r="r" t="t"/>
              <a:pathLst>
                <a:path extrusionOk="0" h="408" w="80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441633" y="2034672"/>
              <a:ext cx="41181" cy="45838"/>
            </a:xfrm>
            <a:custGeom>
              <a:rect b="b" l="l" r="r" t="t"/>
              <a:pathLst>
                <a:path extrusionOk="0" h="3376" w="3033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464633" y="203881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1462501" y="203805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475767" y="2042140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1463112" y="203833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464158" y="203871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1463642" y="2038569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1478048" y="204389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1478428" y="2044326"/>
              <a:ext cx="1670" cy="1819"/>
            </a:xfrm>
            <a:custGeom>
              <a:rect b="b" l="l" r="r" t="t"/>
              <a:pathLst>
                <a:path extrusionOk="0" h="134" w="123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1459026" y="2036152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1457559" y="203514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458265" y="20356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477192" y="2043090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1460356" y="20369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1456935" y="203472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1459691" y="203653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461021" y="2037293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461687" y="203767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1452522" y="207797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1480084" y="2046131"/>
              <a:ext cx="733" cy="815"/>
            </a:xfrm>
            <a:custGeom>
              <a:rect b="b" l="l" r="r" t="t"/>
              <a:pathLst>
                <a:path extrusionOk="0" h="60" w="54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1449100" y="2076925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1446724" y="207046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1451897" y="207740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1447390" y="207169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1447104" y="2071087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1447580" y="207293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1482705" y="2049974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1452807" y="2078351"/>
              <a:ext cx="1534" cy="1819"/>
            </a:xfrm>
            <a:custGeom>
              <a:rect b="b" l="l" r="r" t="t"/>
              <a:pathLst>
                <a:path extrusionOk="0" h="134" w="113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1482460" y="2050313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1482610" y="20501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1447390" y="2073463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1481320" y="2047598"/>
              <a:ext cx="1453" cy="2295"/>
            </a:xfrm>
            <a:custGeom>
              <a:rect b="b" l="l" r="r" t="t"/>
              <a:pathLst>
                <a:path extrusionOk="0" h="169" w="107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1451571" y="207717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1450947" y="2076980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1452237" y="2077645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1449671" y="2076884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1450621" y="207688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1451286" y="2077075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1450336" y="207688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1447580" y="207241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1480899" y="204708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1479989" y="204607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1504429" y="1192826"/>
              <a:ext cx="453000" cy="337170"/>
            </a:xfrm>
            <a:custGeom>
              <a:rect b="b" l="l" r="r" t="t"/>
              <a:pathLst>
                <a:path extrusionOk="0" h="24833" w="33364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1636850" y="1405097"/>
              <a:ext cx="21547" cy="12491"/>
            </a:xfrm>
            <a:custGeom>
              <a:rect b="b" l="l" r="r" t="t"/>
              <a:pathLst>
                <a:path extrusionOk="0" h="920" w="1587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1089269" y="1627361"/>
              <a:ext cx="38085" cy="22688"/>
            </a:xfrm>
            <a:custGeom>
              <a:rect b="b" l="l" r="r" t="t"/>
              <a:pathLst>
                <a:path extrusionOk="0" h="1671" w="2805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1108006" y="1344093"/>
              <a:ext cx="76156" cy="49612"/>
            </a:xfrm>
            <a:custGeom>
              <a:rect b="b" l="l" r="r" t="t"/>
              <a:pathLst>
                <a:path extrusionOk="0" h="3654" w="5609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1158773" y="1355960"/>
              <a:ext cx="133616" cy="70277"/>
            </a:xfrm>
            <a:custGeom>
              <a:rect b="b" l="l" r="r" t="t"/>
              <a:pathLst>
                <a:path extrusionOk="0" h="5176" w="9841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1158243" y="1321487"/>
              <a:ext cx="9857" cy="6436"/>
            </a:xfrm>
            <a:custGeom>
              <a:rect b="b" l="l" r="r" t="t"/>
              <a:pathLst>
                <a:path extrusionOk="0" h="474" w="726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1130627" y="1298310"/>
              <a:ext cx="52871" cy="25947"/>
            </a:xfrm>
            <a:custGeom>
              <a:rect b="b" l="l" r="r" t="t"/>
              <a:pathLst>
                <a:path extrusionOk="0" h="1911" w="3894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1171549" y="1310367"/>
              <a:ext cx="86380" cy="35437"/>
            </a:xfrm>
            <a:custGeom>
              <a:rect b="b" l="l" r="r" t="t"/>
              <a:pathLst>
                <a:path extrusionOk="0" h="2610" w="6362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1190001" y="1292064"/>
              <a:ext cx="7943" cy="3136"/>
            </a:xfrm>
            <a:custGeom>
              <a:rect b="b" l="l" r="r" t="t"/>
              <a:pathLst>
                <a:path extrusionOk="0" h="231" w="585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1203443" y="1290258"/>
              <a:ext cx="23829" cy="10971"/>
            </a:xfrm>
            <a:custGeom>
              <a:rect b="b" l="l" r="r" t="t"/>
              <a:pathLst>
                <a:path extrusionOk="0" h="808" w="1755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1201067" y="1279519"/>
              <a:ext cx="29300" cy="6789"/>
            </a:xfrm>
            <a:custGeom>
              <a:rect b="b" l="l" r="r" t="t"/>
              <a:pathLst>
                <a:path extrusionOk="0" h="500" w="2158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1259015" y="1268100"/>
              <a:ext cx="46978" cy="24073"/>
            </a:xfrm>
            <a:custGeom>
              <a:rect b="b" l="l" r="r" t="t"/>
              <a:pathLst>
                <a:path extrusionOk="0" h="1773" w="346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1256395" y="1294400"/>
              <a:ext cx="10332" cy="9328"/>
            </a:xfrm>
            <a:custGeom>
              <a:rect b="b" l="l" r="r" t="t"/>
              <a:pathLst>
                <a:path extrusionOk="0" h="687" w="761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1300753" y="1256369"/>
              <a:ext cx="8703" cy="4698"/>
            </a:xfrm>
            <a:custGeom>
              <a:rect b="b" l="l" r="r" t="t"/>
              <a:pathLst>
                <a:path extrusionOk="0" h="346" w="641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1265858" y="1330814"/>
              <a:ext cx="6626" cy="4901"/>
            </a:xfrm>
            <a:custGeom>
              <a:rect b="b" l="l" r="r" t="t"/>
              <a:pathLst>
                <a:path extrusionOk="0" h="361" w="488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1266945" y="1309756"/>
              <a:ext cx="52260" cy="27454"/>
            </a:xfrm>
            <a:custGeom>
              <a:rect b="b" l="l" r="r" t="t"/>
              <a:pathLst>
                <a:path extrusionOk="0" h="2022" w="3849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1309917" y="1312268"/>
              <a:ext cx="923" cy="109"/>
            </a:xfrm>
            <a:custGeom>
              <a:rect b="b" l="l" r="r" t="t"/>
              <a:pathLst>
                <a:path extrusionOk="0" h="8" w="68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1314344" y="1277224"/>
              <a:ext cx="23109" cy="14718"/>
            </a:xfrm>
            <a:custGeom>
              <a:rect b="b" l="l" r="r" t="t"/>
              <a:pathLst>
                <a:path extrusionOk="0" h="1084" w="1702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1329265" y="1294739"/>
              <a:ext cx="19973" cy="4548"/>
            </a:xfrm>
            <a:custGeom>
              <a:rect b="b" l="l" r="r" t="t"/>
              <a:pathLst>
                <a:path extrusionOk="0" h="335" w="1471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1324934" y="1329592"/>
              <a:ext cx="24684" cy="12138"/>
            </a:xfrm>
            <a:custGeom>
              <a:rect b="b" l="l" r="r" t="t"/>
              <a:pathLst>
                <a:path extrusionOk="0" h="894" w="1818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1281500" y="1350040"/>
              <a:ext cx="45593" cy="39266"/>
            </a:xfrm>
            <a:custGeom>
              <a:rect b="b" l="l" r="r" t="t"/>
              <a:pathLst>
                <a:path extrusionOk="0" h="2892" w="3358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1325029" y="1306674"/>
              <a:ext cx="126216" cy="36999"/>
            </a:xfrm>
            <a:custGeom>
              <a:rect b="b" l="l" r="r" t="t"/>
              <a:pathLst>
                <a:path extrusionOk="0" h="2725" w="9296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1366386" y="1297251"/>
              <a:ext cx="10237" cy="5092"/>
            </a:xfrm>
            <a:custGeom>
              <a:rect b="b" l="l" r="r" t="t"/>
              <a:pathLst>
                <a:path extrusionOk="0" h="375" w="754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1325409" y="1232744"/>
              <a:ext cx="83529" cy="54948"/>
            </a:xfrm>
            <a:custGeom>
              <a:rect b="b" l="l" r="r" t="t"/>
              <a:pathLst>
                <a:path extrusionOk="0" h="4047" w="6152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1360263" y="1200633"/>
              <a:ext cx="230111" cy="117201"/>
            </a:xfrm>
            <a:custGeom>
              <a:rect b="b" l="l" r="r" t="t"/>
              <a:pathLst>
                <a:path extrusionOk="0" h="8632" w="16948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1448150" y="1504498"/>
              <a:ext cx="5567" cy="6476"/>
            </a:xfrm>
            <a:custGeom>
              <a:rect b="b" l="l" r="r" t="t"/>
              <a:pathLst>
                <a:path extrusionOk="0" h="477" w="41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1420818" y="1496650"/>
              <a:ext cx="12410" cy="7807"/>
            </a:xfrm>
            <a:custGeom>
              <a:rect b="b" l="l" r="r" t="t"/>
              <a:pathLst>
                <a:path extrusionOk="0" h="575" w="914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1395483" y="1461851"/>
              <a:ext cx="49110" cy="30699"/>
            </a:xfrm>
            <a:custGeom>
              <a:rect b="b" l="l" r="r" t="t"/>
              <a:pathLst>
                <a:path extrusionOk="0" h="2261" w="3617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1373895" y="1355132"/>
              <a:ext cx="215339" cy="153181"/>
            </a:xfrm>
            <a:custGeom>
              <a:rect b="b" l="l" r="r" t="t"/>
              <a:pathLst>
                <a:path extrusionOk="0" h="11282" w="1586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1468014" y="1430297"/>
              <a:ext cx="17841" cy="12722"/>
            </a:xfrm>
            <a:custGeom>
              <a:rect b="b" l="l" r="r" t="t"/>
              <a:pathLst>
                <a:path extrusionOk="0" h="937" w="1314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1442393" y="1355322"/>
              <a:ext cx="32667" cy="14188"/>
            </a:xfrm>
            <a:custGeom>
              <a:rect b="b" l="l" r="r" t="t"/>
              <a:pathLst>
                <a:path extrusionOk="0" h="1045" w="2406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1605052" y="1620450"/>
              <a:ext cx="47684" cy="43136"/>
            </a:xfrm>
            <a:custGeom>
              <a:rect b="b" l="l" r="r" t="t"/>
              <a:pathLst>
                <a:path extrusionOk="0" h="3177" w="3512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1053479" y="1595277"/>
              <a:ext cx="11704" cy="15777"/>
            </a:xfrm>
            <a:custGeom>
              <a:rect b="b" l="l" r="r" t="t"/>
              <a:pathLst>
                <a:path extrusionOk="0" h="1162" w="862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1341580" y="1422123"/>
              <a:ext cx="1439" cy="2009"/>
            </a:xfrm>
            <a:custGeom>
              <a:rect b="b" l="l" r="r" t="t"/>
              <a:pathLst>
                <a:path extrusionOk="0" h="148" w="106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993779" y="1350298"/>
              <a:ext cx="636812" cy="355798"/>
            </a:xfrm>
            <a:custGeom>
              <a:rect b="b" l="l" r="r" t="t"/>
              <a:pathLst>
                <a:path extrusionOk="0" h="26205" w="46902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90970" y="1547688"/>
              <a:ext cx="18547" cy="17176"/>
            </a:xfrm>
            <a:custGeom>
              <a:rect b="b" l="l" r="r" t="t"/>
              <a:pathLst>
                <a:path extrusionOk="0" h="1265" w="1366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797896" y="1528258"/>
              <a:ext cx="11229" cy="5064"/>
            </a:xfrm>
            <a:custGeom>
              <a:rect b="b" l="l" r="r" t="t"/>
              <a:pathLst>
                <a:path extrusionOk="0" h="373" w="827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793334" y="1391519"/>
              <a:ext cx="283403" cy="195652"/>
            </a:xfrm>
            <a:custGeom>
              <a:rect b="b" l="l" r="r" t="t"/>
              <a:pathLst>
                <a:path extrusionOk="0" h="14410" w="20873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815819" y="1587293"/>
              <a:ext cx="9518" cy="3435"/>
            </a:xfrm>
            <a:custGeom>
              <a:rect b="b" l="l" r="r" t="t"/>
              <a:pathLst>
                <a:path extrusionOk="0" h="253" w="701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1116791" y="1641060"/>
              <a:ext cx="428519" cy="210818"/>
            </a:xfrm>
            <a:custGeom>
              <a:rect b="b" l="l" r="r" t="t"/>
              <a:pathLst>
                <a:path extrusionOk="0" h="15527" w="31561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797231" y="1596418"/>
              <a:ext cx="3625" cy="3965"/>
            </a:xfrm>
            <a:custGeom>
              <a:rect b="b" l="l" r="r" t="t"/>
              <a:pathLst>
                <a:path extrusionOk="0" h="292" w="267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950901" y="1525692"/>
              <a:ext cx="2824" cy="1738"/>
            </a:xfrm>
            <a:custGeom>
              <a:rect b="b" l="l" r="r" t="t"/>
              <a:pathLst>
                <a:path extrusionOk="0" h="128" w="208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1054294" y="1571136"/>
              <a:ext cx="3571" cy="2200"/>
            </a:xfrm>
            <a:custGeom>
              <a:rect b="b" l="l" r="r" t="t"/>
              <a:pathLst>
                <a:path extrusionOk="0" h="162" w="263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1293570" y="1816780"/>
              <a:ext cx="1290" cy="1113"/>
            </a:xfrm>
            <a:custGeom>
              <a:rect b="b" l="l" r="r" t="t"/>
              <a:pathLst>
                <a:path extrusionOk="0" h="82" w="95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1278743" y="1812694"/>
              <a:ext cx="14786" cy="4100"/>
            </a:xfrm>
            <a:custGeom>
              <a:rect b="b" l="l" r="r" t="t"/>
              <a:pathLst>
                <a:path extrusionOk="0" h="302" w="1089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1173314" y="1789354"/>
              <a:ext cx="16741" cy="2254"/>
            </a:xfrm>
            <a:custGeom>
              <a:rect b="b" l="l" r="r" t="t"/>
              <a:pathLst>
                <a:path extrusionOk="0" h="166" w="1233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1317141" y="1844302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1318906" y="1844641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1317765" y="184430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1278173" y="1815545"/>
              <a:ext cx="584" cy="964"/>
            </a:xfrm>
            <a:custGeom>
              <a:rect b="b" l="l" r="r" t="t"/>
              <a:pathLst>
                <a:path extrusionOk="0" h="71" w="43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1252838" y="1797147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1318240" y="184439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1294846" y="1817880"/>
              <a:ext cx="1018" cy="1249"/>
            </a:xfrm>
            <a:custGeom>
              <a:rect b="b" l="l" r="r" t="t"/>
              <a:pathLst>
                <a:path extrusionOk="0" h="92" w="75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1122833" y="16518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1124734" y="165174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1125969" y="1651556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1117076" y="16515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1120783" y="1651841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1123539" y="1651895"/>
              <a:ext cx="543" cy="14"/>
            </a:xfrm>
            <a:custGeom>
              <a:rect b="b" l="l" r="r" t="t"/>
              <a:pathLst>
                <a:path extrusionOk="0" h="1" w="4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1119072" y="165170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1543206" y="1679322"/>
              <a:ext cx="258" cy="434"/>
            </a:xfrm>
            <a:custGeom>
              <a:rect b="b" l="l" r="r" t="t"/>
              <a:pathLst>
                <a:path extrusionOk="0" h="32" w="19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1543736" y="16801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1542731" y="167850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1544251" y="1681032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1544876" y="1681888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1478333" y="1688541"/>
              <a:ext cx="530" cy="434"/>
            </a:xfrm>
            <a:custGeom>
              <a:rect b="b" l="l" r="r" t="t"/>
              <a:pathLst>
                <a:path extrusionOk="0" h="32" w="39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1478944" y="1688011"/>
              <a:ext cx="489" cy="448"/>
            </a:xfrm>
            <a:custGeom>
              <a:rect b="b" l="l" r="r" t="t"/>
              <a:pathLst>
                <a:path extrusionOk="0" h="33" w="36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1542310" y="167770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1539689" y="1670714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1539975" y="167194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1477667" y="1689111"/>
              <a:ext cx="584" cy="489"/>
            </a:xfrm>
            <a:custGeom>
              <a:rect b="b" l="l" r="r" t="t"/>
              <a:pathLst>
                <a:path extrusionOk="0" h="36" w="43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1034661" y="1534586"/>
              <a:ext cx="679" cy="109"/>
            </a:xfrm>
            <a:custGeom>
              <a:rect b="b" l="l" r="r" t="t"/>
              <a:pathLst>
                <a:path extrusionOk="0" h="8" w="5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1540165" y="167261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1035462" y="1534721"/>
              <a:ext cx="638" cy="163"/>
            </a:xfrm>
            <a:custGeom>
              <a:rect b="b" l="l" r="r" t="t"/>
              <a:pathLst>
                <a:path extrusionOk="0" h="12" w="47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1539839" y="1671338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1539554" y="1670103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1033710" y="1534531"/>
              <a:ext cx="815" cy="68"/>
            </a:xfrm>
            <a:custGeom>
              <a:rect b="b" l="l" r="r" t="t"/>
              <a:pathLst>
                <a:path extrusionOk="0" h="5" w="6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541210" y="1675425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541550" y="167618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540884" y="167470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1540640" y="167399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1541930" y="1676946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1540409" y="1673280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1015408" y="1537953"/>
              <a:ext cx="964" cy="1303"/>
            </a:xfrm>
            <a:custGeom>
              <a:rect b="b" l="l" r="r" t="t"/>
              <a:pathLst>
                <a:path extrusionOk="0" h="96" w="71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1036181" y="1534871"/>
              <a:ext cx="964" cy="434"/>
            </a:xfrm>
            <a:custGeom>
              <a:rect b="b" l="l" r="r" t="t"/>
              <a:pathLst>
                <a:path extrusionOk="0" h="32" w="71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1072257" y="1586153"/>
              <a:ext cx="869" cy="638"/>
            </a:xfrm>
            <a:custGeom>
              <a:rect b="b" l="l" r="r" t="t"/>
              <a:pathLst>
                <a:path extrusionOk="0" h="47" w="64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1073357" y="1585447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1075257" y="1584116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1006379" y="1526928"/>
              <a:ext cx="1385" cy="3055"/>
            </a:xfrm>
            <a:custGeom>
              <a:rect b="b" l="l" r="r" t="t"/>
              <a:pathLst>
                <a:path extrusionOk="0" h="225" w="102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1074348" y="158482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1417248" y="166991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1416677" y="166953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1341010" y="1647374"/>
              <a:ext cx="2485" cy="1208"/>
            </a:xfrm>
            <a:custGeom>
              <a:rect b="b" l="l" r="r" t="t"/>
              <a:pathLst>
                <a:path extrusionOk="0" h="89" w="183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992313" y="1527457"/>
              <a:ext cx="5187" cy="2580"/>
            </a:xfrm>
            <a:custGeom>
              <a:rect b="b" l="l" r="r" t="t"/>
              <a:pathLst>
                <a:path extrusionOk="0" h="190" w="382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1416012" y="1669057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1417872" y="167033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1037458" y="153553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1037173" y="153529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1074443" y="15803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1370853" y="1652846"/>
              <a:ext cx="4766" cy="1385"/>
            </a:xfrm>
            <a:custGeom>
              <a:rect b="b" l="l" r="r" t="t"/>
              <a:pathLst>
                <a:path extrusionOk="0" h="102" w="351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1132813" y="1645052"/>
              <a:ext cx="202889" cy="1100"/>
            </a:xfrm>
            <a:custGeom>
              <a:rect b="b" l="l" r="r" t="t"/>
              <a:pathLst>
                <a:path extrusionOk="0" h="81" w="14943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415496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075678" y="1581930"/>
              <a:ext cx="1113" cy="1439"/>
            </a:xfrm>
            <a:custGeom>
              <a:rect b="b" l="l" r="r" t="t"/>
              <a:pathLst>
                <a:path extrusionOk="0" h="106" w="82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457410" y="169937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456649" y="1702091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1457152" y="1701467"/>
              <a:ext cx="136" cy="163"/>
            </a:xfrm>
            <a:custGeom>
              <a:rect b="b" l="l" r="r" t="t"/>
              <a:pathLst>
                <a:path extrusionOk="0" h="12" w="1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456935" y="1701806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457464" y="170009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1457369" y="1701181"/>
              <a:ext cx="54" cy="122"/>
            </a:xfrm>
            <a:custGeom>
              <a:rect b="b" l="l" r="r" t="t"/>
              <a:pathLst>
                <a:path extrusionOk="0" h="9" w="4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1539174" y="1665921"/>
              <a:ext cx="14" cy="285"/>
            </a:xfrm>
            <a:custGeom>
              <a:rect b="b" l="l" r="r" t="t"/>
              <a:pathLst>
                <a:path extrusionOk="0" h="21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1536512" y="1661494"/>
              <a:ext cx="2865" cy="530"/>
            </a:xfrm>
            <a:custGeom>
              <a:rect b="b" l="l" r="r" t="t"/>
              <a:pathLst>
                <a:path extrusionOk="0" h="39" w="211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1477423" y="16896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28843" y="170332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1428897" y="1704223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428992" y="1705038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1456269" y="170237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1429223" y="17058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428897" y="1702227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455794" y="170270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429562" y="1706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1455224" y="170304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1482080" y="1685595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539174" y="1665486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1539174" y="16668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1539174" y="166639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1485217" y="168340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1485407" y="168335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1480139" y="1687115"/>
              <a:ext cx="394" cy="339"/>
            </a:xfrm>
            <a:custGeom>
              <a:rect b="b" l="l" r="r" t="t"/>
              <a:pathLst>
                <a:path extrusionOk="0" h="25" w="29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539174" y="166505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1485556" y="168325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1483845" y="168426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1484646" y="168378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1484415" y="1683924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1484130" y="1684115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1485026" y="168354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1539309" y="1668392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1539214" y="1667346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1484836" y="168363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1485692" y="1683164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1539269" y="166786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1485787" y="168316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1539269" y="1663300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1539269" y="166391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1529099" y="1659634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1482460" y="1685309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1482840" y="168502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1481605" y="1685975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1539214" y="1664672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1539214" y="166429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1479568" y="1687536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1485882" y="168312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1486167" y="1683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1485977" y="168312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1481184" y="1686301"/>
              <a:ext cx="339" cy="299"/>
            </a:xfrm>
            <a:custGeom>
              <a:rect b="b" l="l" r="r" t="t"/>
              <a:pathLst>
                <a:path extrusionOk="0" h="22" w="25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1486031" y="16830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1486072" y="168306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1480654" y="1686681"/>
              <a:ext cx="394" cy="353"/>
            </a:xfrm>
            <a:custGeom>
              <a:rect b="b" l="l" r="r" t="t"/>
              <a:pathLst>
                <a:path extrusionOk="0" h="26" w="29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1483221" y="16847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1539364" y="166896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1483560" y="1684495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1539459" y="166953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1979940" y="1694338"/>
              <a:ext cx="92083" cy="65769"/>
            </a:xfrm>
            <a:custGeom>
              <a:rect b="b" l="l" r="r" t="t"/>
              <a:pathLst>
                <a:path extrusionOk="0" h="4844" w="6782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2067501" y="1729043"/>
              <a:ext cx="4956" cy="3069"/>
            </a:xfrm>
            <a:custGeom>
              <a:rect b="b" l="l" r="r" t="t"/>
              <a:pathLst>
                <a:path extrusionOk="0" h="226" w="365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1993626" y="1750237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1993870" y="1750767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1993490" y="174976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1993490" y="1749898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1993436" y="174966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1983552" y="1708690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1993721" y="175048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1993531" y="1750047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1983647" y="170850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2035703" y="1698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2065505" y="170631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2066266" y="1706409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067257" y="17064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068357" y="1706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071819" y="17064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145164" y="1665201"/>
              <a:ext cx="22919" cy="11663"/>
            </a:xfrm>
            <a:custGeom>
              <a:rect b="b" l="l" r="r" t="t"/>
              <a:pathLst>
                <a:path extrusionOk="0" h="859" w="1688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165463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165028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167880" y="16667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167404" y="166719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151437" y="167670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2152917" y="16764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2152198" y="167660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2150962" y="16768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2154913" y="1676036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2153528" y="1676375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2154098" y="1676280"/>
              <a:ext cx="258" cy="54"/>
            </a:xfrm>
            <a:custGeom>
              <a:rect b="b" l="l" r="r" t="t"/>
              <a:pathLst>
                <a:path extrusionOk="0" h="4" w="19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2154533" y="1676131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2164703" y="166909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2145450" y="1667387"/>
              <a:ext cx="1018" cy="109"/>
            </a:xfrm>
            <a:custGeom>
              <a:rect b="b" l="l" r="r" t="t"/>
              <a:pathLst>
                <a:path extrusionOk="0" h="8" w="75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2166888" y="166520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2146590" y="1667482"/>
              <a:ext cx="964" cy="68"/>
            </a:xfrm>
            <a:custGeom>
              <a:rect b="b" l="l" r="r" t="t"/>
              <a:pathLst>
                <a:path extrusionOk="0" h="5" w="71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2167174" y="1665296"/>
              <a:ext cx="720" cy="1154"/>
            </a:xfrm>
            <a:custGeom>
              <a:rect b="b" l="l" r="r" t="t"/>
              <a:pathLst>
                <a:path extrusionOk="0" h="85" w="53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2167934" y="166653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2167119" y="166520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2196637" y="1711826"/>
              <a:ext cx="45172" cy="43706"/>
            </a:xfrm>
            <a:custGeom>
              <a:rect b="b" l="l" r="r" t="t"/>
              <a:pathLst>
                <a:path extrusionOk="0" h="3219" w="3327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2220411" y="1765512"/>
              <a:ext cx="17176" cy="3557"/>
            </a:xfrm>
            <a:custGeom>
              <a:rect b="b" l="l" r="r" t="t"/>
              <a:pathLst>
                <a:path extrusionOk="0" h="262" w="1265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2239039" y="1718289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2241701" y="171359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2239515" y="171752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2241415" y="1712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2241415" y="1712166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2239324" y="171796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2238618" y="171876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2241605" y="171306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2196637" y="1727427"/>
              <a:ext cx="1398" cy="2620"/>
            </a:xfrm>
            <a:custGeom>
              <a:rect b="b" l="l" r="r" t="t"/>
              <a:pathLst>
                <a:path extrusionOk="0" h="193" w="103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199054" y="1726762"/>
              <a:ext cx="68" cy="122"/>
            </a:xfrm>
            <a:custGeom>
              <a:rect b="b" l="l" r="r" t="t"/>
              <a:pathLst>
                <a:path extrusionOk="0" h="9" w="5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199447" y="1726178"/>
              <a:ext cx="81" cy="122"/>
            </a:xfrm>
            <a:custGeom>
              <a:rect b="b" l="l" r="r" t="t"/>
              <a:pathLst>
                <a:path extrusionOk="0" h="9" w="6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199542" y="172594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2199257" y="1726463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2200534" y="172381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2198728" y="17270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2198348" y="1727277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2202733" y="1720149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2202489" y="172062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2202163" y="1721154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2201402" y="172248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2201783" y="1721806"/>
              <a:ext cx="244" cy="394"/>
            </a:xfrm>
            <a:custGeom>
              <a:rect b="b" l="l" r="r" t="t"/>
              <a:pathLst>
                <a:path extrusionOk="0" h="29" w="18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2200968" y="172315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2226344" y="171391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2225964" y="1713917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2225543" y="1713876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2222882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2226915" y="1714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2223588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2225014" y="171382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2224824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2226684" y="171397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2240845" y="1712206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2240370" y="1712301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2241225" y="1712166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2239379" y="171268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2240044" y="1712397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2227159" y="1714067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239800" y="171249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2239569" y="1712587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2223873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2218320" y="1714067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2221742" y="171382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2236188" y="1713157"/>
              <a:ext cx="3245" cy="2349"/>
            </a:xfrm>
            <a:custGeom>
              <a:rect b="b" l="l" r="r" t="t"/>
              <a:pathLst>
                <a:path extrusionOk="0" h="173" w="239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2218985" y="1713972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2219977" y="1713917"/>
              <a:ext cx="543" cy="14"/>
            </a:xfrm>
            <a:custGeom>
              <a:rect b="b" l="l" r="r" t="t"/>
              <a:pathLst>
                <a:path extrusionOk="0" h="1" w="4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220886" y="1713876"/>
              <a:ext cx="489" cy="14"/>
            </a:xfrm>
            <a:custGeom>
              <a:rect b="b" l="l" r="r" t="t"/>
              <a:pathLst>
                <a:path extrusionOk="0" h="1" w="36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2206005" y="1719905"/>
              <a:ext cx="679" cy="68"/>
            </a:xfrm>
            <a:custGeom>
              <a:rect b="b" l="l" r="r" t="t"/>
              <a:pathLst>
                <a:path extrusionOk="0" h="5" w="5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2202923" y="1719973"/>
              <a:ext cx="1480" cy="41"/>
            </a:xfrm>
            <a:custGeom>
              <a:rect b="b" l="l" r="r" t="t"/>
              <a:pathLst>
                <a:path extrusionOk="0" h="3" w="109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2205204" y="1719959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2206725" y="1719715"/>
              <a:ext cx="720" cy="163"/>
            </a:xfrm>
            <a:custGeom>
              <a:rect b="b" l="l" r="r" t="t"/>
              <a:pathLst>
                <a:path extrusionOk="0" h="12" w="53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2285094" y="1766163"/>
              <a:ext cx="11622" cy="5675"/>
            </a:xfrm>
            <a:custGeom>
              <a:rect b="b" l="l" r="r" t="t"/>
              <a:pathLst>
                <a:path extrusionOk="0" h="418" w="856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1868957" y="1453664"/>
              <a:ext cx="77052" cy="36456"/>
            </a:xfrm>
            <a:custGeom>
              <a:rect b="b" l="l" r="r" t="t"/>
              <a:pathLst>
                <a:path extrusionOk="0" h="2685" w="5675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1971712" y="1589955"/>
              <a:ext cx="30821" cy="28486"/>
            </a:xfrm>
            <a:custGeom>
              <a:rect b="b" l="l" r="r" t="t"/>
              <a:pathLst>
                <a:path extrusionOk="0" h="2098" w="227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1984936" y="1583342"/>
              <a:ext cx="6422" cy="5010"/>
            </a:xfrm>
            <a:custGeom>
              <a:rect b="b" l="l" r="r" t="t"/>
              <a:pathLst>
                <a:path extrusionOk="0" h="369" w="473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1999193" y="1543044"/>
              <a:ext cx="61805" cy="90508"/>
            </a:xfrm>
            <a:custGeom>
              <a:rect b="b" l="l" r="r" t="t"/>
              <a:pathLst>
                <a:path extrusionOk="0" h="6666" w="4552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1996287" y="1548177"/>
              <a:ext cx="3965" cy="4861"/>
            </a:xfrm>
            <a:custGeom>
              <a:rect b="b" l="l" r="r" t="t"/>
              <a:pathLst>
                <a:path extrusionOk="0" h="358" w="292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1989118" y="1581876"/>
              <a:ext cx="16646" cy="10848"/>
            </a:xfrm>
            <a:custGeom>
              <a:rect b="b" l="l" r="r" t="t"/>
              <a:pathLst>
                <a:path extrusionOk="0" h="799" w="1226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2038310" y="1522800"/>
              <a:ext cx="2009" cy="5621"/>
            </a:xfrm>
            <a:custGeom>
              <a:rect b="b" l="l" r="r" t="t"/>
              <a:pathLst>
                <a:path extrusionOk="0" h="414" w="148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1993015" y="1584252"/>
              <a:ext cx="149" cy="543"/>
            </a:xfrm>
            <a:custGeom>
              <a:rect b="b" l="l" r="r" t="t"/>
              <a:pathLst>
                <a:path extrusionOk="0" h="40" w="11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1992105" y="158653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1992866" y="1584782"/>
              <a:ext cx="163" cy="489"/>
            </a:xfrm>
            <a:custGeom>
              <a:rect b="b" l="l" r="r" t="t"/>
              <a:pathLst>
                <a:path extrusionOk="0" h="36" w="12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1991820" y="158706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1992390" y="158596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1992635" y="1585352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1998432" y="1591000"/>
              <a:ext cx="434" cy="489"/>
            </a:xfrm>
            <a:custGeom>
              <a:rect b="b" l="l" r="r" t="t"/>
              <a:pathLst>
                <a:path extrusionOk="0" h="36" w="32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1999478" y="1592046"/>
              <a:ext cx="530" cy="489"/>
            </a:xfrm>
            <a:custGeom>
              <a:rect b="b" l="l" r="r" t="t"/>
              <a:pathLst>
                <a:path extrusionOk="0" h="36" w="39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1990965" y="158801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1998948" y="159157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1991399" y="1587579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2108940" y="1555794"/>
              <a:ext cx="19932" cy="28906"/>
            </a:xfrm>
            <a:custGeom>
              <a:rect b="b" l="l" r="r" t="t"/>
              <a:pathLst>
                <a:path extrusionOk="0" h="2129" w="1468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2132850" y="1574558"/>
              <a:ext cx="8948" cy="12288"/>
            </a:xfrm>
            <a:custGeom>
              <a:rect b="b" l="l" r="r" t="t"/>
              <a:pathLst>
                <a:path extrusionOk="0" h="905" w="659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2116217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2117168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2115267" y="1584496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2115742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2114357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2115022" y="15844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2117643" y="158468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2120263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212087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120399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118118" y="15847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118553" y="1584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118973" y="158487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119408" y="15849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116692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119734" y="1585012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113936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12064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182285" y="1554259"/>
              <a:ext cx="4766" cy="7617"/>
            </a:xfrm>
            <a:custGeom>
              <a:rect b="b" l="l" r="r" t="t"/>
              <a:pathLst>
                <a:path extrusionOk="0" h="561" w="351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133094" y="1420616"/>
              <a:ext cx="90752" cy="158463"/>
            </a:xfrm>
            <a:custGeom>
              <a:rect b="b" l="l" r="r" t="t"/>
              <a:pathLst>
                <a:path extrusionOk="0" h="11671" w="6684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2223833" y="14593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2221022" y="1454248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2221782" y="1455673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2221552" y="1455347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2221171" y="14545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2223737" y="1458864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2221361" y="1454967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2223642" y="14584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2222692" y="145686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2222502" y="14565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2223547" y="1458008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2223303" y="1457574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2222258" y="1456338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2220927" y="1453922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2223398" y="145776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2222882" y="1457058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2220886" y="145320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2222027" y="145601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2220886" y="145354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2201498" y="1421268"/>
              <a:ext cx="6667" cy="5146"/>
            </a:xfrm>
            <a:custGeom>
              <a:rect b="b" l="l" r="r" t="t"/>
              <a:pathLst>
                <a:path extrusionOk="0" h="379" w="491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2212618" y="1541442"/>
              <a:ext cx="2580" cy="489"/>
            </a:xfrm>
            <a:custGeom>
              <a:rect b="b" l="l" r="r" t="t"/>
              <a:pathLst>
                <a:path extrusionOk="0" h="36" w="19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2219746" y="1534599"/>
              <a:ext cx="33333" cy="20244"/>
            </a:xfrm>
            <a:custGeom>
              <a:rect b="b" l="l" r="r" t="t"/>
              <a:pathLst>
                <a:path extrusionOk="0" h="1491" w="2455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2210051" y="1545190"/>
              <a:ext cx="7047" cy="5092"/>
            </a:xfrm>
            <a:custGeom>
              <a:rect b="b" l="l" r="r" t="t"/>
              <a:pathLst>
                <a:path extrusionOk="0" h="375" w="519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2234002" y="154998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2234342" y="155002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2234722" y="155011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2234572" y="155007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2229630" y="1549982"/>
              <a:ext cx="733" cy="54"/>
            </a:xfrm>
            <a:custGeom>
              <a:rect b="b" l="l" r="r" t="t"/>
              <a:pathLst>
                <a:path extrusionOk="0" h="4" w="54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2245652" y="1554599"/>
              <a:ext cx="530" cy="54"/>
            </a:xfrm>
            <a:custGeom>
              <a:rect b="b" l="l" r="r" t="t"/>
              <a:pathLst>
                <a:path extrusionOk="0" h="4" w="39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2244986" y="1554544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2235102" y="1550213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2244416" y="1554544"/>
              <a:ext cx="434" cy="14"/>
            </a:xfrm>
            <a:custGeom>
              <a:rect b="b" l="l" r="r" t="t"/>
              <a:pathLst>
                <a:path extrusionOk="0" h="1" w="32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2233622" y="15499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2247267" y="1554789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2246412" y="1554694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2243941" y="1554504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2242420" y="1554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2242230" y="155450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2228530" y="1550023"/>
              <a:ext cx="964" cy="109"/>
            </a:xfrm>
            <a:custGeom>
              <a:rect b="b" l="l" r="r" t="t"/>
              <a:pathLst>
                <a:path extrusionOk="0" h="8" w="71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2243506" y="15544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2242841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2242610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223244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2242081" y="155454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243126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2230581" y="1549928"/>
              <a:ext cx="584" cy="14"/>
            </a:xfrm>
            <a:custGeom>
              <a:rect b="b" l="l" r="r" t="t"/>
              <a:pathLst>
                <a:path extrusionOk="0" h="1" w="43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2234912" y="1550118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223301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2231436" y="1549928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2235197" y="155030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2242040" y="1554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2233486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2235007" y="155017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2295603" y="2007327"/>
              <a:ext cx="56822" cy="70087"/>
            </a:xfrm>
            <a:custGeom>
              <a:rect b="b" l="l" r="r" t="t"/>
              <a:pathLst>
                <a:path extrusionOk="0" h="5162" w="4185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2349886" y="2013858"/>
              <a:ext cx="2254" cy="3286"/>
            </a:xfrm>
            <a:custGeom>
              <a:rect b="b" l="l" r="r" t="t"/>
              <a:pathLst>
                <a:path extrusionOk="0" h="242" w="166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2308149" y="2009201"/>
              <a:ext cx="964" cy="394"/>
            </a:xfrm>
            <a:custGeom>
              <a:rect b="b" l="l" r="r" t="t"/>
              <a:pathLst>
                <a:path extrusionOk="0" h="29" w="71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2302310" y="2007341"/>
              <a:ext cx="3530" cy="448"/>
            </a:xfrm>
            <a:custGeom>
              <a:rect b="b" l="l" r="r" t="t"/>
              <a:pathLst>
                <a:path extrusionOk="0" h="33" w="26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2296513" y="20117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2296649" y="2011522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2296798" y="2011237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2296934" y="2010857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2306248" y="2008196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2336336" y="201808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2336675" y="201789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2348270" y="2014333"/>
              <a:ext cx="1398" cy="244"/>
            </a:xfrm>
            <a:custGeom>
              <a:rect b="b" l="l" r="r" t="t"/>
              <a:pathLst>
                <a:path extrusionOk="0" h="18" w="103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335765" y="20182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335480" y="2018230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335249" y="201813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336051" y="201817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335059" y="20179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337816" y="2016804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337245" y="201741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337571" y="20171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336960" y="201770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307388" y="2008861"/>
              <a:ext cx="584" cy="258"/>
            </a:xfrm>
            <a:custGeom>
              <a:rect b="b" l="l" r="r" t="t"/>
              <a:pathLst>
                <a:path extrusionOk="0" h="19" w="43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324170" y="2015704"/>
              <a:ext cx="1303" cy="584"/>
            </a:xfrm>
            <a:custGeom>
              <a:rect b="b" l="l" r="r" t="t"/>
              <a:pathLst>
                <a:path extrusionOk="0" h="43" w="96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2310050" y="20099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2351651" y="201395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2314001" y="2010626"/>
              <a:ext cx="10183" cy="5092"/>
            </a:xfrm>
            <a:custGeom>
              <a:rect b="b" l="l" r="r" t="t"/>
              <a:pathLst>
                <a:path extrusionOk="0" h="375" w="75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352072" y="2013858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351027" y="201414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351312" y="201404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263574" y="2013192"/>
              <a:ext cx="38180" cy="39646"/>
            </a:xfrm>
            <a:custGeom>
              <a:rect b="b" l="l" r="r" t="t"/>
              <a:pathLst>
                <a:path extrusionOk="0" h="2920" w="2812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263710" y="20526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2264144" y="2052540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2265135" y="2052024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2264524" y="2052404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2265475" y="2051834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266941" y="2051304"/>
              <a:ext cx="448" cy="163"/>
            </a:xfrm>
            <a:custGeom>
              <a:rect b="b" l="l" r="r" t="t"/>
              <a:pathLst>
                <a:path extrusionOk="0" h="12" w="33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270037" y="205050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263329" y="20527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65896" y="2051644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66371" y="2051495"/>
              <a:ext cx="543" cy="163"/>
            </a:xfrm>
            <a:custGeom>
              <a:rect b="b" l="l" r="r" t="t"/>
              <a:pathLst>
                <a:path extrusionOk="0" h="12" w="4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267756" y="2051169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280872" y="2017035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81958" y="201751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283098" y="2017184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282338" y="20175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282528" y="201751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274219" y="2015664"/>
              <a:ext cx="3910" cy="1059"/>
            </a:xfrm>
            <a:custGeom>
              <a:rect b="b" l="l" r="r" t="t"/>
              <a:pathLst>
                <a:path extrusionOk="0" h="78" w="288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282867" y="201737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281673" y="201741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280586" y="2016899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280342" y="201675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281442" y="201732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281157" y="2017225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295793" y="203786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295562" y="2038284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295413" y="2038569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295698" y="203805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294897" y="20396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295277" y="2038908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295087" y="203923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296228" y="203729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296323" y="203719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294707" y="2040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295128" y="2013043"/>
              <a:ext cx="2634" cy="2349"/>
            </a:xfrm>
            <a:custGeom>
              <a:rect b="b" l="l" r="r" t="t"/>
              <a:pathLst>
                <a:path extrusionOk="0" h="173" w="194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296133" y="2037388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295943" y="203767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296038" y="20375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2294422" y="2040809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2462729" y="1678276"/>
              <a:ext cx="126732" cy="73834"/>
            </a:xfrm>
            <a:custGeom>
              <a:rect b="b" l="l" r="r" t="t"/>
              <a:pathLst>
                <a:path extrusionOk="0" h="5438" w="9334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2580038" y="1723951"/>
              <a:ext cx="2105" cy="258"/>
            </a:xfrm>
            <a:custGeom>
              <a:rect b="b" l="l" r="r" t="t"/>
              <a:pathLst>
                <a:path extrusionOk="0" h="19" w="155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2573059" y="1725241"/>
              <a:ext cx="3096" cy="394"/>
            </a:xfrm>
            <a:custGeom>
              <a:rect b="b" l="l" r="r" t="t"/>
              <a:pathLst>
                <a:path extrusionOk="0" h="29" w="228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2579807" y="1723951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2580894" y="1715913"/>
              <a:ext cx="8242" cy="4915"/>
            </a:xfrm>
            <a:custGeom>
              <a:rect b="b" l="l" r="r" t="t"/>
              <a:pathLst>
                <a:path extrusionOk="0" h="362" w="607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2579034" y="1724236"/>
              <a:ext cx="122" cy="122"/>
            </a:xfrm>
            <a:custGeom>
              <a:rect b="b" l="l" r="r" t="t"/>
              <a:pathLst>
                <a:path extrusionOk="0" h="9" w="9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2570534" y="1714107"/>
              <a:ext cx="2390" cy="2200"/>
            </a:xfrm>
            <a:custGeom>
              <a:rect b="b" l="l" r="r" t="t"/>
              <a:pathLst>
                <a:path extrusionOk="0" h="162" w="176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2576291" y="17252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2579427" y="172404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2086700" y="1392158"/>
              <a:ext cx="189338" cy="157838"/>
            </a:xfrm>
            <a:custGeom>
              <a:rect b="b" l="l" r="r" t="t"/>
              <a:pathLst>
                <a:path extrusionOk="0" h="11625" w="13945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2127052" y="1276572"/>
              <a:ext cx="5961" cy="5526"/>
            </a:xfrm>
            <a:custGeom>
              <a:rect b="b" l="l" r="r" t="t"/>
              <a:pathLst>
                <a:path extrusionOk="0" h="407" w="439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2199678" y="1404961"/>
              <a:ext cx="1724" cy="1290"/>
            </a:xfrm>
            <a:custGeom>
              <a:rect b="b" l="l" r="r" t="t"/>
              <a:pathLst>
                <a:path extrusionOk="0" h="95" w="127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2210947" y="1395471"/>
              <a:ext cx="9043" cy="6409"/>
            </a:xfrm>
            <a:custGeom>
              <a:rect b="b" l="l" r="r" t="t"/>
              <a:pathLst>
                <a:path extrusionOk="0" h="472" w="666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2181335" y="1248725"/>
              <a:ext cx="67372" cy="20393"/>
            </a:xfrm>
            <a:custGeom>
              <a:rect b="b" l="l" r="r" t="t"/>
              <a:pathLst>
                <a:path extrusionOk="0" h="1502" w="4962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2129768" y="1256084"/>
              <a:ext cx="99252" cy="55546"/>
            </a:xfrm>
            <a:custGeom>
              <a:rect b="b" l="l" r="r" t="t"/>
              <a:pathLst>
                <a:path extrusionOk="0" h="4091" w="731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2248883" y="1404961"/>
              <a:ext cx="4331" cy="1914"/>
            </a:xfrm>
            <a:custGeom>
              <a:rect b="b" l="l" r="r" t="t"/>
              <a:pathLst>
                <a:path extrusionOk="0" h="141" w="319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2202543" y="14178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2202258" y="141826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2264334" y="141380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2201688" y="1419082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2201973" y="14186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2206480" y="14160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2202923" y="1417561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2203249" y="141722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2205625" y="1416081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2206060" y="141604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2264334" y="141452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2204104" y="14167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2264334" y="1413135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2204865" y="141627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2204485" y="1416461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2205245" y="1416176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2199162" y="141893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2198823" y="141902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2150921" y="1464471"/>
              <a:ext cx="4331" cy="8527"/>
            </a:xfrm>
            <a:custGeom>
              <a:rect b="b" l="l" r="r" t="t"/>
              <a:pathLst>
                <a:path extrusionOk="0" h="628" w="319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2200248" y="141883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2199488" y="141883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2136556" y="1531015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2201158" y="1419082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2188422" y="1425300"/>
              <a:ext cx="4290" cy="1208"/>
            </a:xfrm>
            <a:custGeom>
              <a:rect b="b" l="l" r="r" t="t"/>
              <a:pathLst>
                <a:path extrusionOk="0" h="89" w="316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2199828" y="14188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2200683" y="141893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2133705" y="154057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2134275" y="1540668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3024851" y="1777922"/>
              <a:ext cx="15655" cy="12165"/>
            </a:xfrm>
            <a:custGeom>
              <a:rect b="b" l="l" r="r" t="t"/>
              <a:pathLst>
                <a:path extrusionOk="0" h="896" w="1153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3003846" y="1783461"/>
              <a:ext cx="16795" cy="20366"/>
            </a:xfrm>
            <a:custGeom>
              <a:rect b="b" l="l" r="r" t="t"/>
              <a:pathLst>
                <a:path extrusionOk="0" h="1500" w="1237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3013581" y="1718520"/>
              <a:ext cx="82443" cy="64127"/>
            </a:xfrm>
            <a:custGeom>
              <a:rect b="b" l="l" r="r" t="t"/>
              <a:pathLst>
                <a:path extrusionOk="0" h="4723" w="6072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3080939" y="1680503"/>
              <a:ext cx="45973" cy="34283"/>
            </a:xfrm>
            <a:custGeom>
              <a:rect b="b" l="l" r="r" t="t"/>
              <a:pathLst>
                <a:path extrusionOk="0" h="2525" w="3386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2932062" y="1853304"/>
              <a:ext cx="13143" cy="22009"/>
            </a:xfrm>
            <a:custGeom>
              <a:rect b="b" l="l" r="r" t="t"/>
              <a:pathLst>
                <a:path extrusionOk="0" h="1621" w="968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2597485" y="1601971"/>
              <a:ext cx="442776" cy="287924"/>
            </a:xfrm>
            <a:custGeom>
              <a:rect b="b" l="l" r="r" t="t"/>
              <a:pathLst>
                <a:path extrusionOk="0" h="21206" w="32611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2846836" y="1894023"/>
              <a:ext cx="15804" cy="11649"/>
            </a:xfrm>
            <a:custGeom>
              <a:rect b="b" l="l" r="r" t="t"/>
              <a:pathLst>
                <a:path extrusionOk="0" h="858" w="1164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2648062" y="1810752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2732242" y="1823623"/>
              <a:ext cx="2770" cy="2064"/>
            </a:xfrm>
            <a:custGeom>
              <a:rect b="b" l="l" r="r" t="t"/>
              <a:pathLst>
                <a:path extrusionOk="0" h="152" w="204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2647627" y="1810277"/>
              <a:ext cx="353" cy="434"/>
            </a:xfrm>
            <a:custGeom>
              <a:rect b="b" l="l" r="r" t="t"/>
              <a:pathLst>
                <a:path extrusionOk="0" h="32" w="26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2648347" y="1811227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2698638" y="1829665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2704530" y="1833752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2645210" y="1808322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2646201" y="1809041"/>
              <a:ext cx="448" cy="339"/>
            </a:xfrm>
            <a:custGeom>
              <a:rect b="b" l="l" r="r" t="t"/>
              <a:pathLst>
                <a:path extrusionOk="0" h="25" w="33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2645685" y="1808661"/>
              <a:ext cx="434" cy="339"/>
            </a:xfrm>
            <a:custGeom>
              <a:rect b="b" l="l" r="r" t="t"/>
              <a:pathLst>
                <a:path extrusionOk="0" h="25" w="32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2757863" y="182481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2622101" y="1766489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2646731" y="180942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2647152" y="1809801"/>
              <a:ext cx="448" cy="394"/>
            </a:xfrm>
            <a:custGeom>
              <a:rect b="b" l="l" r="r" t="t"/>
              <a:pathLst>
                <a:path extrusionOk="0" h="29" w="33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2642685" y="180532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2643730" y="1806271"/>
              <a:ext cx="1494" cy="2064"/>
            </a:xfrm>
            <a:custGeom>
              <a:rect b="b" l="l" r="r" t="t"/>
              <a:pathLst>
                <a:path extrusionOk="0" h="152" w="11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2634280" y="1782606"/>
              <a:ext cx="1765" cy="2770"/>
            </a:xfrm>
            <a:custGeom>
              <a:rect b="b" l="l" r="r" t="t"/>
              <a:pathLst>
                <a:path extrusionOk="0" h="204" w="13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2643404" y="180594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2725915" y="1830616"/>
              <a:ext cx="543" cy="204"/>
            </a:xfrm>
            <a:custGeom>
              <a:rect b="b" l="l" r="r" t="t"/>
              <a:pathLst>
                <a:path extrusionOk="0" h="15" w="4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2701204" y="1827805"/>
              <a:ext cx="815" cy="353"/>
            </a:xfrm>
            <a:custGeom>
              <a:rect b="b" l="l" r="r" t="t"/>
              <a:pathLst>
                <a:path extrusionOk="0" h="26" w="6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2757673" y="1824533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2758012" y="1824954"/>
              <a:ext cx="1955" cy="1018"/>
            </a:xfrm>
            <a:custGeom>
              <a:rect b="b" l="l" r="r" t="t"/>
              <a:pathLst>
                <a:path extrusionOk="0" h="75" w="144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2626338" y="1766353"/>
              <a:ext cx="869" cy="679"/>
            </a:xfrm>
            <a:custGeom>
              <a:rect b="b" l="l" r="r" t="t"/>
              <a:pathLst>
                <a:path extrusionOk="0" h="50" w="64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2757768" y="18246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2760049" y="1825959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2704571" y="1833223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2634280" y="1780800"/>
              <a:ext cx="339" cy="1819"/>
            </a:xfrm>
            <a:custGeom>
              <a:rect b="b" l="l" r="r" t="t"/>
              <a:pathLst>
                <a:path extrusionOk="0" h="134" w="25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2726580" y="1830426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2917955" y="1668962"/>
              <a:ext cx="1575" cy="530"/>
            </a:xfrm>
            <a:custGeom>
              <a:rect b="b" l="l" r="r" t="t"/>
              <a:pathLst>
                <a:path extrusionOk="0" h="39" w="116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2754577" y="17042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2822125" y="17137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2821324" y="1714297"/>
              <a:ext cx="95" cy="68"/>
            </a:xfrm>
            <a:custGeom>
              <a:rect b="b" l="l" r="r" t="t"/>
              <a:pathLst>
                <a:path extrusionOk="0" h="5" w="7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2845370" y="1708079"/>
              <a:ext cx="1670" cy="299"/>
            </a:xfrm>
            <a:custGeom>
              <a:rect b="b" l="l" r="r" t="t"/>
              <a:pathLst>
                <a:path extrusionOk="0" h="22" w="123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2819124" y="171534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2822980" y="17132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2924459" y="1658548"/>
              <a:ext cx="869" cy="720"/>
            </a:xfrm>
            <a:custGeom>
              <a:rect b="b" l="l" r="r" t="t"/>
              <a:pathLst>
                <a:path extrusionOk="0" h="53" w="64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2759424" y="1705363"/>
              <a:ext cx="5390" cy="204"/>
            </a:xfrm>
            <a:custGeom>
              <a:rect b="b" l="l" r="r" t="t"/>
              <a:pathLst>
                <a:path extrusionOk="0" h="15" w="397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2818459" y="171553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2820550" y="171477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2697063" y="1644102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2810815" y="1712641"/>
              <a:ext cx="1385" cy="109"/>
            </a:xfrm>
            <a:custGeom>
              <a:rect b="b" l="l" r="r" t="t"/>
              <a:pathLst>
                <a:path extrusionOk="0" h="8" w="102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2817943" y="1715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2901594" y="1637965"/>
              <a:ext cx="5540" cy="10943"/>
            </a:xfrm>
            <a:custGeom>
              <a:rect b="b" l="l" r="r" t="t"/>
              <a:pathLst>
                <a:path extrusionOk="0" h="806" w="408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2921988" y="1656213"/>
              <a:ext cx="774" cy="774"/>
            </a:xfrm>
            <a:custGeom>
              <a:rect b="b" l="l" r="r" t="t"/>
              <a:pathLst>
                <a:path extrusionOk="0" h="57" w="57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2803687" y="1710645"/>
              <a:ext cx="679" cy="394"/>
            </a:xfrm>
            <a:custGeom>
              <a:rect b="b" l="l" r="r" t="t"/>
              <a:pathLst>
                <a:path extrusionOk="0" h="29" w="5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2598395" y="173037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2598531" y="172946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2609176" y="1723815"/>
              <a:ext cx="1113" cy="679"/>
            </a:xfrm>
            <a:custGeom>
              <a:rect b="b" l="l" r="r" t="t"/>
              <a:pathLst>
                <a:path extrusionOk="0" h="50" w="82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2597825" y="17320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2643975" y="17104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2598490" y="172989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2598056" y="1731459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2598246" y="1730943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2597485" y="1732600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2645156" y="1707604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2625441" y="1716633"/>
              <a:ext cx="6612" cy="4141"/>
            </a:xfrm>
            <a:custGeom>
              <a:rect b="b" l="l" r="r" t="t"/>
              <a:pathLst>
                <a:path extrusionOk="0" h="305" w="487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2627437" y="176663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2629094" y="17652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2635896" y="1762742"/>
              <a:ext cx="7658" cy="4576"/>
            </a:xfrm>
            <a:custGeom>
              <a:rect b="b" l="l" r="r" t="t"/>
              <a:pathLst>
                <a:path extrusionOk="0" h="337" w="564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2634701" y="1762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2634701" y="1780759"/>
              <a:ext cx="679" cy="54"/>
            </a:xfrm>
            <a:custGeom>
              <a:rect b="b" l="l" r="r" t="t"/>
              <a:pathLst>
                <a:path extrusionOk="0" h="4" w="5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2644925" y="1769055"/>
              <a:ext cx="530" cy="1969"/>
            </a:xfrm>
            <a:custGeom>
              <a:rect b="b" l="l" r="r" t="t"/>
              <a:pathLst>
                <a:path extrusionOk="0" h="145" w="39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2635421" y="1780705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2636127" y="1780610"/>
              <a:ext cx="543" cy="68"/>
            </a:xfrm>
            <a:custGeom>
              <a:rect b="b" l="l" r="r" t="t"/>
              <a:pathLst>
                <a:path extrusionOk="0" h="5" w="4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2635272" y="17627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2636751" y="1780474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2963060" y="1726992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2962449" y="1728038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3013201" y="1703272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2963684" y="17262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2962204" y="1728662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2962774" y="1727468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3012536" y="1703177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2963345" y="172661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2964010" y="172604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3009685" y="1703082"/>
              <a:ext cx="1344" cy="394"/>
            </a:xfrm>
            <a:custGeom>
              <a:rect b="b" l="l" r="r" t="t"/>
              <a:pathLst>
                <a:path extrusionOk="0" h="29" w="99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3011966" y="17031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2991532" y="1712492"/>
              <a:ext cx="353" cy="1398"/>
            </a:xfrm>
            <a:custGeom>
              <a:rect b="b" l="l" r="r" t="t"/>
              <a:pathLst>
                <a:path extrusionOk="0" h="103" w="26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3011070" y="1703327"/>
              <a:ext cx="339" cy="54"/>
            </a:xfrm>
            <a:custGeom>
              <a:rect b="b" l="l" r="r" t="t"/>
              <a:pathLst>
                <a:path extrusionOk="0" h="4" w="25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2650343" y="18114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2650723" y="181132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2698067" y="1830086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2651008" y="1811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2651198" y="18111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2649012" y="18116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2649487" y="181155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2649962" y="181145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2787041" y="1879305"/>
              <a:ext cx="2634" cy="421"/>
            </a:xfrm>
            <a:custGeom>
              <a:rect b="b" l="l" r="r" t="t"/>
              <a:pathLst>
                <a:path extrusionOk="0" h="31" w="194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2774414" y="1867642"/>
              <a:ext cx="3326" cy="1629"/>
            </a:xfrm>
            <a:custGeom>
              <a:rect b="b" l="l" r="r" t="t"/>
              <a:pathLst>
                <a:path extrusionOk="0" h="120" w="245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2764774" y="1848443"/>
              <a:ext cx="5322" cy="8757"/>
            </a:xfrm>
            <a:custGeom>
              <a:rect b="b" l="l" r="r" t="t"/>
              <a:pathLst>
                <a:path extrusionOk="0" h="645" w="392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2771603" y="1838694"/>
              <a:ext cx="1765" cy="8051"/>
            </a:xfrm>
            <a:custGeom>
              <a:rect b="b" l="l" r="r" t="t"/>
              <a:pathLst>
                <a:path extrusionOk="0" h="593" w="13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2786661" y="187976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2761230" y="182599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2761474" y="182586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2761705" y="18257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2760945" y="1826149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2704530" y="183379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2712894" y="1827004"/>
              <a:ext cx="4766" cy="1724"/>
            </a:xfrm>
            <a:custGeom>
              <a:rect b="b" l="l" r="r" t="t"/>
              <a:pathLst>
                <a:path extrusionOk="0" h="127" w="351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2719126" y="1828946"/>
              <a:ext cx="964" cy="163"/>
            </a:xfrm>
            <a:custGeom>
              <a:rect b="b" l="l" r="r" t="t"/>
              <a:pathLst>
                <a:path extrusionOk="0" h="12" w="71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2724204" y="1829570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2722208" y="182885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2724679" y="1829855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2720593" y="1828905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2720077" y="1828905"/>
              <a:ext cx="489" cy="54"/>
            </a:xfrm>
            <a:custGeom>
              <a:rect b="b" l="l" r="r" t="t"/>
              <a:pathLst>
                <a:path extrusionOk="0" h="4" w="36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2722588" y="182894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2723349" y="1829190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2722969" y="182904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2723783" y="18293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2720878" y="18288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>
              <a:off x="2721217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>
              <a:off x="2721882" y="1828810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725155" y="1830181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721543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725630" y="183061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704530" y="18338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801976" y="187140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821894" y="1866270"/>
              <a:ext cx="815" cy="339"/>
            </a:xfrm>
            <a:custGeom>
              <a:rect b="b" l="l" r="r" t="t"/>
              <a:pathLst>
                <a:path extrusionOk="0" h="25" w="6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797414" y="1872774"/>
              <a:ext cx="434" cy="299"/>
            </a:xfrm>
            <a:custGeom>
              <a:rect b="b" l="l" r="r" t="t"/>
              <a:pathLst>
                <a:path extrusionOk="0" h="22" w="32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804108" y="1870452"/>
              <a:ext cx="1874" cy="1100"/>
            </a:xfrm>
            <a:custGeom>
              <a:rect b="b" l="l" r="r" t="t"/>
              <a:pathLst>
                <a:path extrusionOk="0" h="81" w="138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837902" y="1879617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822750" y="1866596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838282" y="1879712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796939" y="1873113"/>
              <a:ext cx="434" cy="244"/>
            </a:xfrm>
            <a:custGeom>
              <a:rect b="b" l="l" r="r" t="t"/>
              <a:pathLst>
                <a:path extrusionOk="0" h="18" w="32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797889" y="187254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838662" y="1879956"/>
              <a:ext cx="828" cy="720"/>
            </a:xfrm>
            <a:custGeom>
              <a:rect b="b" l="l" r="r" t="t"/>
              <a:pathLst>
                <a:path extrusionOk="0" h="53" w="61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96178" y="187368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795798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795459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789661" y="1879671"/>
              <a:ext cx="3476" cy="3476"/>
            </a:xfrm>
            <a:custGeom>
              <a:rect b="b" l="l" r="r" t="t"/>
              <a:pathLst>
                <a:path extrusionOk="0" h="256" w="256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796559" y="1873399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2794984" y="187372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2789661" y="187967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2796980" y="1873303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2959964" y="1971102"/>
              <a:ext cx="4345" cy="3082"/>
            </a:xfrm>
            <a:custGeom>
              <a:rect b="b" l="l" r="r" t="t"/>
              <a:pathLst>
                <a:path extrusionOk="0" h="227" w="32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2945287" y="1972446"/>
              <a:ext cx="34378" cy="30916"/>
            </a:xfrm>
            <a:custGeom>
              <a:rect b="b" l="l" r="r" t="t"/>
              <a:pathLst>
                <a:path extrusionOk="0" h="2277" w="2532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2934927" y="1945305"/>
              <a:ext cx="6191" cy="6463"/>
            </a:xfrm>
            <a:custGeom>
              <a:rect b="b" l="l" r="r" t="t"/>
              <a:pathLst>
                <a:path extrusionOk="0" h="476" w="456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2944567" y="1938516"/>
              <a:ext cx="27875" cy="31432"/>
            </a:xfrm>
            <a:custGeom>
              <a:rect b="b" l="l" r="r" t="t"/>
              <a:pathLst>
                <a:path extrusionOk="0" h="2315" w="2053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2944187" y="1956588"/>
              <a:ext cx="15030" cy="20258"/>
            </a:xfrm>
            <a:custGeom>
              <a:rect b="b" l="l" r="r" t="t"/>
              <a:pathLst>
                <a:path extrusionOk="0" h="1492" w="1107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2930066" y="1906039"/>
              <a:ext cx="18126" cy="34270"/>
            </a:xfrm>
            <a:custGeom>
              <a:rect b="b" l="l" r="r" t="t"/>
              <a:pathLst>
                <a:path extrusionOk="0" h="2524" w="1335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2911587" y="1962426"/>
              <a:ext cx="15410" cy="19171"/>
            </a:xfrm>
            <a:custGeom>
              <a:rect b="b" l="l" r="r" t="t"/>
              <a:pathLst>
                <a:path extrusionOk="0" h="1412" w="1135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3088163" y="2067136"/>
              <a:ext cx="69218" cy="57636"/>
            </a:xfrm>
            <a:custGeom>
              <a:rect b="b" l="l" r="r" t="t"/>
              <a:pathLst>
                <a:path extrusionOk="0" h="4245" w="5098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2639603" y="1973302"/>
              <a:ext cx="14229" cy="26680"/>
            </a:xfrm>
            <a:custGeom>
              <a:rect b="b" l="l" r="r" t="t"/>
              <a:pathLst>
                <a:path extrusionOk="0" h="1965" w="1048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2363531" y="2134820"/>
              <a:ext cx="53061" cy="102877"/>
            </a:xfrm>
            <a:custGeom>
              <a:rect b="b" l="l" r="r" t="t"/>
              <a:pathLst>
                <a:path extrusionOk="0" h="7577" w="3908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2441765" y="1949718"/>
              <a:ext cx="5621" cy="1466"/>
            </a:xfrm>
            <a:custGeom>
              <a:rect b="b" l="l" r="r" t="t"/>
              <a:pathLst>
                <a:path extrusionOk="0" h="108" w="414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2361345" y="1900730"/>
              <a:ext cx="77012" cy="46109"/>
            </a:xfrm>
            <a:custGeom>
              <a:rect b="b" l="l" r="r" t="t"/>
              <a:pathLst>
                <a:path extrusionOk="0" h="3396" w="5672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2379743" y="1913221"/>
              <a:ext cx="5146" cy="1018"/>
            </a:xfrm>
            <a:custGeom>
              <a:rect b="b" l="l" r="r" t="t"/>
              <a:pathLst>
                <a:path extrusionOk="0" h="75" w="379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2364237" y="191882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2364713" y="19185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2364102" y="191897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2364672" y="1918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2364523" y="19186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2364387" y="1918734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363857" y="19190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2363341" y="1919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2362242" y="1919508"/>
              <a:ext cx="1018" cy="530"/>
            </a:xfrm>
            <a:custGeom>
              <a:rect b="b" l="l" r="r" t="t"/>
              <a:pathLst>
                <a:path extrusionOk="0" h="39" w="75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2363626" y="191920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2361766" y="192002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2423463" y="1902672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2367333" y="1912040"/>
              <a:ext cx="1100" cy="244"/>
            </a:xfrm>
            <a:custGeom>
              <a:rect b="b" l="l" r="r" t="t"/>
              <a:pathLst>
                <a:path extrusionOk="0" h="18" w="81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2364618" y="191859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2364767" y="19184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2414298" y="1903201"/>
              <a:ext cx="3286" cy="54"/>
            </a:xfrm>
            <a:custGeom>
              <a:rect b="b" l="l" r="r" t="t"/>
              <a:pathLst>
                <a:path extrusionOk="0" h="4" w="242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2373131" y="1912746"/>
              <a:ext cx="1779" cy="109"/>
            </a:xfrm>
            <a:custGeom>
              <a:rect b="b" l="l" r="r" t="t"/>
              <a:pathLst>
                <a:path extrusionOk="0" h="8" w="131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2437773" y="191717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437203" y="1916032"/>
              <a:ext cx="448" cy="774"/>
            </a:xfrm>
            <a:custGeom>
              <a:rect b="b" l="l" r="r" t="t"/>
              <a:pathLst>
                <a:path extrusionOk="0" h="57" w="33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436062" y="1913656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2436687" y="1914932"/>
              <a:ext cx="394" cy="733"/>
            </a:xfrm>
            <a:custGeom>
              <a:rect b="b" l="l" r="r" t="t"/>
              <a:pathLst>
                <a:path extrusionOk="0" h="54" w="29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2429885" y="1900825"/>
              <a:ext cx="6096" cy="12600"/>
            </a:xfrm>
            <a:custGeom>
              <a:rect b="b" l="l" r="r" t="t"/>
              <a:pathLst>
                <a:path extrusionOk="0" h="928" w="449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3053662" y="2325828"/>
              <a:ext cx="6762" cy="1426"/>
            </a:xfrm>
            <a:custGeom>
              <a:rect b="b" l="l" r="r" t="t"/>
              <a:pathLst>
                <a:path extrusionOk="0" h="105" w="498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2878838" y="2126931"/>
              <a:ext cx="301597" cy="226799"/>
            </a:xfrm>
            <a:custGeom>
              <a:rect b="b" l="l" r="r" t="t"/>
              <a:pathLst>
                <a:path extrusionOk="0" h="16704" w="22213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3006548" y="2132321"/>
              <a:ext cx="7861" cy="1765"/>
            </a:xfrm>
            <a:custGeom>
              <a:rect b="b" l="l" r="r" t="t"/>
              <a:pathLst>
                <a:path extrusionOk="0" h="130" w="579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3116594" y="2348014"/>
              <a:ext cx="679" cy="1344"/>
            </a:xfrm>
            <a:custGeom>
              <a:rect b="b" l="l" r="r" t="t"/>
              <a:pathLst>
                <a:path extrusionOk="0" h="99" w="5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3114883" y="2370254"/>
              <a:ext cx="25675" cy="24575"/>
            </a:xfrm>
            <a:custGeom>
              <a:rect b="b" l="l" r="r" t="t"/>
              <a:pathLst>
                <a:path extrusionOk="0" h="1810" w="1891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3286190" y="2425120"/>
              <a:ext cx="2770" cy="2322"/>
            </a:xfrm>
            <a:custGeom>
              <a:rect b="b" l="l" r="r" t="t"/>
              <a:pathLst>
                <a:path extrusionOk="0" h="171" w="204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3278682" y="2370688"/>
              <a:ext cx="55858" cy="52287"/>
            </a:xfrm>
            <a:custGeom>
              <a:rect b="b" l="l" r="r" t="t"/>
              <a:pathLst>
                <a:path extrusionOk="0" h="3851" w="4114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3327113" y="2318822"/>
              <a:ext cx="40271" cy="57243"/>
            </a:xfrm>
            <a:custGeom>
              <a:rect b="b" l="l" r="r" t="t"/>
              <a:pathLst>
                <a:path extrusionOk="0" h="4216" w="2966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2437868" y="1704617"/>
              <a:ext cx="103542" cy="63855"/>
            </a:xfrm>
            <a:custGeom>
              <a:rect b="b" l="l" r="r" t="t"/>
              <a:pathLst>
                <a:path extrusionOk="0" h="4703" w="7626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461928" y="1715967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465159" y="1716823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462498" y="17161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63733" y="171653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63109" y="1716388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464399" y="1716728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541071" y="1746150"/>
              <a:ext cx="394" cy="3530"/>
            </a:xfrm>
            <a:custGeom>
              <a:rect b="b" l="l" r="r" t="t"/>
              <a:pathLst>
                <a:path extrusionOk="0" h="260" w="29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465919" y="171695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373470" y="1729138"/>
              <a:ext cx="143134" cy="121505"/>
            </a:xfrm>
            <a:custGeom>
              <a:rect b="b" l="l" r="r" t="t"/>
              <a:pathLst>
                <a:path extrusionOk="0" h="8949" w="10542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377313" y="174966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378073" y="175190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377978" y="175128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373755" y="1729233"/>
              <a:ext cx="1629" cy="3761"/>
            </a:xfrm>
            <a:custGeom>
              <a:rect b="b" l="l" r="r" t="t"/>
              <a:pathLst>
                <a:path extrusionOk="0" h="277" w="12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378032" y="175162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374135" y="174438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377842" y="1750862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373470" y="1733034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2374135" y="1745485"/>
              <a:ext cx="2295" cy="2485"/>
            </a:xfrm>
            <a:custGeom>
              <a:rect b="b" l="l" r="r" t="t"/>
              <a:pathLst>
                <a:path extrusionOk="0" h="183" w="169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377652" y="175029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376932" y="174885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2374135" y="1742063"/>
              <a:ext cx="244" cy="2335"/>
            </a:xfrm>
            <a:custGeom>
              <a:rect b="b" l="l" r="r" t="t"/>
              <a:pathLst>
                <a:path extrusionOk="0" h="172" w="18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2378073" y="175213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2374135" y="1744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2402173" y="1806665"/>
              <a:ext cx="109" cy="190"/>
            </a:xfrm>
            <a:custGeom>
              <a:rect b="b" l="l" r="r" t="t"/>
              <a:pathLst>
                <a:path extrusionOk="0" h="14" w="8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2402458" y="180718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2403218" y="18081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2403504" y="180856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2402132" y="180642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2403789" y="180889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2402078" y="180613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2404508" y="180965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2402703" y="1807520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2402933" y="18079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2404128" y="180927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2378697" y="175346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2388487" y="1786652"/>
              <a:ext cx="6476" cy="3910"/>
            </a:xfrm>
            <a:custGeom>
              <a:rect b="b" l="l" r="r" t="t"/>
              <a:pathLst>
                <a:path extrusionOk="0" h="288" w="477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2378032" y="17522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2402268" y="1806896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2449043" y="1751187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2452559" y="1750088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2448418" y="17512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2451419" y="175071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2451038" y="175080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2452179" y="1750332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2447658" y="17512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2446857" y="17513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2500610" y="1758560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250061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2450658" y="1750902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2451989" y="1750481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2449654" y="1751092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2500664" y="175926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2500800" y="176078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2500664" y="175974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2500759" y="176021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2451704" y="1750576"/>
              <a:ext cx="149" cy="95"/>
            </a:xfrm>
            <a:custGeom>
              <a:rect b="b" l="l" r="r" t="t"/>
              <a:pathLst>
                <a:path extrusionOk="0" h="7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2450183" y="175099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2452695" y="1749952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2501044" y="1763312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2501275" y="1764683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2501180" y="176397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2452369" y="1750237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2501425" y="176540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2500800" y="1761357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2500895" y="1761982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2500949" y="1762647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2501615" y="1766258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2391759" y="1582202"/>
              <a:ext cx="300144" cy="138721"/>
            </a:xfrm>
            <a:custGeom>
              <a:rect b="b" l="l" r="r" t="t"/>
              <a:pathLst>
                <a:path extrusionOk="0" h="10217" w="22106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2571159" y="1710115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2571960" y="170883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2572340" y="170850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2572245" y="170859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2571539" y="1709505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2571729" y="170921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2571349" y="170979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2572109" y="170869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2570968" y="171055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2641218" y="17061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2572584" y="17083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2641829" y="1706178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2571824" y="170902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2642305" y="170621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2642780" y="1706273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2634756" y="1702852"/>
              <a:ext cx="4005" cy="2200"/>
            </a:xfrm>
            <a:custGeom>
              <a:rect b="b" l="l" r="r" t="t"/>
              <a:pathLst>
                <a:path extrusionOk="0" h="162" w="295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2572489" y="170845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2506177" y="169405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2504602" y="1692152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2505172" y="1692818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2503325" y="1690768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2568497" y="171216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2567778" y="1712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2461873" y="1676280"/>
              <a:ext cx="19022" cy="5051"/>
            </a:xfrm>
            <a:custGeom>
              <a:rect b="b" l="l" r="r" t="t"/>
              <a:pathLst>
                <a:path extrusionOk="0" h="372" w="1401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2516061" y="1694583"/>
              <a:ext cx="394" cy="95"/>
            </a:xfrm>
            <a:custGeom>
              <a:rect b="b" l="l" r="r" t="t"/>
              <a:pathLst>
                <a:path extrusionOk="0" h="7" w="29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2515260" y="169452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2514690" y="169462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2514119" y="1694678"/>
              <a:ext cx="149" cy="0"/>
            </a:xfrm>
            <a:custGeom>
              <a:rect b="b" l="l" r="r" t="t"/>
              <a:pathLst>
                <a:path extrusionOk="0" h="0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2499374" y="168683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2505742" y="169348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2498804" y="1686301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2507168" y="16955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2501329" y="1688677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2557133" y="1719389"/>
              <a:ext cx="910" cy="1249"/>
            </a:xfrm>
            <a:custGeom>
              <a:rect b="b" l="l" r="r" t="t"/>
              <a:pathLst>
                <a:path extrusionOk="0" h="92" w="67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2501995" y="1689342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2500664" y="1688011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2506937" y="16951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2503991" y="1691487"/>
              <a:ext cx="299" cy="339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2506598" y="1694624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2515640" y="169452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2568973" y="1712111"/>
              <a:ext cx="1344" cy="109"/>
            </a:xfrm>
            <a:custGeom>
              <a:rect b="b" l="l" r="r" t="t"/>
              <a:pathLst>
                <a:path extrusionOk="0" h="8" w="99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2512640" y="169490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2499999" y="168740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2513400" y="16947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2566963" y="1712546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2502660" y="169006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2690844" y="1643097"/>
              <a:ext cx="339" cy="489"/>
            </a:xfrm>
            <a:custGeom>
              <a:rect b="b" l="l" r="r" t="t"/>
              <a:pathLst>
                <a:path extrusionOk="0" h="36" w="25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2691319" y="1642622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2691645" y="1642147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2655339" y="1679838"/>
              <a:ext cx="4141" cy="1113"/>
            </a:xfrm>
            <a:custGeom>
              <a:rect b="b" l="l" r="r" t="t"/>
              <a:pathLst>
                <a:path extrusionOk="0" h="82" w="305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2691930" y="164186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2643255" y="170593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2438968" y="170826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438873" y="170855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438819" y="1710401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438683" y="170954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438778" y="170878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38724" y="170916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38724" y="1709925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3083315" y="1349877"/>
              <a:ext cx="6436" cy="2648"/>
            </a:xfrm>
            <a:custGeom>
              <a:rect b="b" l="l" r="r" t="t"/>
              <a:pathLst>
                <a:path extrusionOk="0" h="195" w="474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740470" y="1256152"/>
              <a:ext cx="41452" cy="20869"/>
            </a:xfrm>
            <a:custGeom>
              <a:rect b="b" l="l" r="r" t="t"/>
              <a:pathLst>
                <a:path extrusionOk="0" h="1537" w="3053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2779112" y="1267720"/>
              <a:ext cx="44453" cy="23136"/>
            </a:xfrm>
            <a:custGeom>
              <a:rect b="b" l="l" r="r" t="t"/>
              <a:pathLst>
                <a:path extrusionOk="0" h="1704" w="3274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3087022" y="1356164"/>
              <a:ext cx="21412" cy="7834"/>
            </a:xfrm>
            <a:custGeom>
              <a:rect b="b" l="l" r="r" t="t"/>
              <a:pathLst>
                <a:path extrusionOk="0" h="577" w="1577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2249874" y="1296871"/>
              <a:ext cx="1208533" cy="418540"/>
            </a:xfrm>
            <a:custGeom>
              <a:rect b="b" l="l" r="r" t="t"/>
              <a:pathLst>
                <a:path extrusionOk="0" h="30826" w="8901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192984" y="1581360"/>
              <a:ext cx="21262" cy="7753"/>
            </a:xfrm>
            <a:custGeom>
              <a:rect b="b" l="l" r="r" t="t"/>
              <a:pathLst>
                <a:path extrusionOk="0" h="571" w="1566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688889" y="1342735"/>
              <a:ext cx="3394" cy="828"/>
            </a:xfrm>
            <a:custGeom>
              <a:rect b="b" l="l" r="r" t="t"/>
              <a:pathLst>
                <a:path extrusionOk="0" h="61" w="25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3095345" y="1594612"/>
              <a:ext cx="18737" cy="78777"/>
            </a:xfrm>
            <a:custGeom>
              <a:rect b="b" l="l" r="r" t="t"/>
              <a:pathLst>
                <a:path extrusionOk="0" h="5802" w="138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2726485" y="1235772"/>
              <a:ext cx="39185" cy="27603"/>
            </a:xfrm>
            <a:custGeom>
              <a:rect b="b" l="l" r="r" t="t"/>
              <a:pathLst>
                <a:path extrusionOk="0" h="2033" w="2886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2452749" y="1237876"/>
              <a:ext cx="24249" cy="7875"/>
            </a:xfrm>
            <a:custGeom>
              <a:rect b="b" l="l" r="r" t="t"/>
              <a:pathLst>
                <a:path extrusionOk="0" h="580" w="1786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2405554" y="1415592"/>
              <a:ext cx="14406" cy="8065"/>
            </a:xfrm>
            <a:custGeom>
              <a:rect b="b" l="l" r="r" t="t"/>
              <a:pathLst>
                <a:path extrusionOk="0" h="594" w="1061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2399471" y="1241556"/>
              <a:ext cx="30047" cy="12613"/>
            </a:xfrm>
            <a:custGeom>
              <a:rect b="b" l="l" r="r" t="t"/>
              <a:pathLst>
                <a:path extrusionOk="0" h="929" w="2213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2429179" y="1308887"/>
              <a:ext cx="131865" cy="90535"/>
            </a:xfrm>
            <a:custGeom>
              <a:rect b="b" l="l" r="r" t="t"/>
              <a:pathLst>
                <a:path extrusionOk="0" h="6668" w="9712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2439104" y="1251861"/>
              <a:ext cx="6857" cy="1833"/>
            </a:xfrm>
            <a:custGeom>
              <a:rect b="b" l="l" r="r" t="t"/>
              <a:pathLst>
                <a:path extrusionOk="0" h="135" w="505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2870271" y="1345763"/>
              <a:ext cx="11758" cy="4576"/>
            </a:xfrm>
            <a:custGeom>
              <a:rect b="b" l="l" r="r" t="t"/>
              <a:pathLst>
                <a:path extrusionOk="0" h="337" w="866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2384020" y="1243620"/>
              <a:ext cx="22783" cy="4983"/>
            </a:xfrm>
            <a:custGeom>
              <a:rect b="b" l="l" r="r" t="t"/>
              <a:pathLst>
                <a:path extrusionOk="0" h="367" w="1678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2517202" y="1238691"/>
              <a:ext cx="17406" cy="5404"/>
            </a:xfrm>
            <a:custGeom>
              <a:rect b="b" l="l" r="r" t="t"/>
              <a:pathLst>
                <a:path extrusionOk="0" h="398" w="1282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2718026" y="1237646"/>
              <a:ext cx="8757" cy="2403"/>
            </a:xfrm>
            <a:custGeom>
              <a:rect b="b" l="l" r="r" t="t"/>
              <a:pathLst>
                <a:path extrusionOk="0" h="177" w="645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2570534" y="1361377"/>
              <a:ext cx="11229" cy="4209"/>
            </a:xfrm>
            <a:custGeom>
              <a:rect b="b" l="l" r="r" t="t"/>
              <a:pathLst>
                <a:path extrusionOk="0" h="310" w="827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2635516" y="1366890"/>
              <a:ext cx="4616" cy="2865"/>
            </a:xfrm>
            <a:custGeom>
              <a:rect b="b" l="l" r="r" t="t"/>
              <a:pathLst>
                <a:path extrusionOk="0" h="211" w="34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2491961" y="1240701"/>
              <a:ext cx="20176" cy="8119"/>
            </a:xfrm>
            <a:custGeom>
              <a:rect b="b" l="l" r="r" t="t"/>
              <a:pathLst>
                <a:path extrusionOk="0" h="598" w="1486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2465159" y="1249621"/>
              <a:ext cx="23394" cy="6734"/>
            </a:xfrm>
            <a:custGeom>
              <a:rect b="b" l="l" r="r" t="t"/>
              <a:pathLst>
                <a:path extrusionOk="0" h="496" w="1723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2466530" y="1232500"/>
              <a:ext cx="20597" cy="4358"/>
            </a:xfrm>
            <a:custGeom>
              <a:rect b="b" l="l" r="r" t="t"/>
              <a:pathLst>
                <a:path extrusionOk="0" h="321" w="1517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2698353" y="164214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2818038" y="1630266"/>
              <a:ext cx="3625" cy="530"/>
            </a:xfrm>
            <a:custGeom>
              <a:rect b="b" l="l" r="r" t="t"/>
              <a:pathLst>
                <a:path extrusionOk="0" h="39" w="267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2835580" y="1633878"/>
              <a:ext cx="2430" cy="815"/>
            </a:xfrm>
            <a:custGeom>
              <a:rect b="b" l="l" r="r" t="t"/>
              <a:pathLst>
                <a:path extrusionOk="0" h="60" w="179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2863808" y="1641861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2807149" y="1632778"/>
              <a:ext cx="2729" cy="1059"/>
            </a:xfrm>
            <a:custGeom>
              <a:rect b="b" l="l" r="r" t="t"/>
              <a:pathLst>
                <a:path extrusionOk="0" h="78" w="201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2901553" y="1635249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2907351" y="1636064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2902355" y="1635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2873367" y="1638915"/>
              <a:ext cx="3286" cy="1018"/>
            </a:xfrm>
            <a:custGeom>
              <a:rect b="b" l="l" r="r" t="t"/>
              <a:pathLst>
                <a:path extrusionOk="0" h="75" w="242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2746879" y="1634258"/>
              <a:ext cx="3299" cy="1494"/>
            </a:xfrm>
            <a:custGeom>
              <a:rect b="b" l="l" r="r" t="t"/>
              <a:pathLst>
                <a:path extrusionOk="0" h="110" w="243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2716221" y="1632113"/>
              <a:ext cx="2444" cy="1534"/>
            </a:xfrm>
            <a:custGeom>
              <a:rect b="b" l="l" r="r" t="t"/>
              <a:pathLst>
                <a:path extrusionOk="0" h="113" w="18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2699059" y="164144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2698869" y="164157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2698678" y="164172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2698543" y="1641916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2700348" y="164087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2699629" y="164115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2698448" y="1642051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2699968" y="164100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2699303" y="1641291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2750164" y="1633688"/>
              <a:ext cx="6952" cy="2050"/>
            </a:xfrm>
            <a:custGeom>
              <a:rect b="b" l="l" r="r" t="t"/>
              <a:pathLst>
                <a:path extrusionOk="0" h="151" w="512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2757102" y="1635249"/>
              <a:ext cx="3666" cy="2009"/>
            </a:xfrm>
            <a:custGeom>
              <a:rect b="b" l="l" r="r" t="t"/>
              <a:pathLst>
                <a:path extrusionOk="0" h="148" w="27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2728291" y="1626980"/>
              <a:ext cx="3489" cy="204"/>
            </a:xfrm>
            <a:custGeom>
              <a:rect b="b" l="l" r="r" t="t"/>
              <a:pathLst>
                <a:path extrusionOk="0" h="15" w="257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2720688" y="1629126"/>
              <a:ext cx="3340" cy="1670"/>
            </a:xfrm>
            <a:custGeom>
              <a:rect b="b" l="l" r="r" t="t"/>
              <a:pathLst>
                <a:path extrusionOk="0" h="123" w="246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2697877" y="1642337"/>
              <a:ext cx="434" cy="109"/>
            </a:xfrm>
            <a:custGeom>
              <a:rect b="b" l="l" r="r" t="t"/>
              <a:pathLst>
                <a:path extrusionOk="0" h="8" w="32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2761094" y="1634923"/>
              <a:ext cx="3666" cy="2200"/>
            </a:xfrm>
            <a:custGeom>
              <a:rect b="b" l="l" r="r" t="t"/>
              <a:pathLst>
                <a:path extrusionOk="0" h="162" w="27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2741991" y="1628963"/>
              <a:ext cx="2240" cy="2688"/>
            </a:xfrm>
            <a:custGeom>
              <a:rect b="b" l="l" r="r" t="t"/>
              <a:pathLst>
                <a:path extrusionOk="0" h="198" w="165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2895851" y="1634774"/>
              <a:ext cx="3571" cy="964"/>
            </a:xfrm>
            <a:custGeom>
              <a:rect b="b" l="l" r="r" t="t"/>
              <a:pathLst>
                <a:path extrusionOk="0" h="71" w="263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2850271" y="1641576"/>
              <a:ext cx="6191" cy="1208"/>
            </a:xfrm>
            <a:custGeom>
              <a:rect b="b" l="l" r="r" t="t"/>
              <a:pathLst>
                <a:path extrusionOk="0" h="89" w="456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2868370" y="1640300"/>
              <a:ext cx="3965" cy="774"/>
            </a:xfrm>
            <a:custGeom>
              <a:rect b="b" l="l" r="r" t="t"/>
              <a:pathLst>
                <a:path extrusionOk="0" h="57" w="292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2799315" y="1625840"/>
              <a:ext cx="394" cy="2824"/>
            </a:xfrm>
            <a:custGeom>
              <a:rect b="b" l="l" r="r" t="t"/>
              <a:pathLst>
                <a:path extrusionOk="0" h="208" w="29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2845696" y="1640911"/>
              <a:ext cx="4290" cy="638"/>
            </a:xfrm>
            <a:custGeom>
              <a:rect b="b" l="l" r="r" t="t"/>
              <a:pathLst>
                <a:path extrusionOk="0" h="47" w="316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2342147" y="1694393"/>
              <a:ext cx="190" cy="54"/>
            </a:xfrm>
            <a:custGeom>
              <a:rect b="b" l="l" r="r" t="t"/>
              <a:pathLst>
                <a:path extrusionOk="0" h="4" w="14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2342527" y="1694243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2342812" y="169414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2341767" y="1694529"/>
              <a:ext cx="190" cy="109"/>
            </a:xfrm>
            <a:custGeom>
              <a:rect b="b" l="l" r="r" t="t"/>
              <a:pathLst>
                <a:path extrusionOk="0" h="8" w="14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2341278" y="169477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2371230" y="1702227"/>
              <a:ext cx="1208" cy="923"/>
            </a:xfrm>
            <a:custGeom>
              <a:rect b="b" l="l" r="r" t="t"/>
              <a:pathLst>
                <a:path extrusionOk="0" h="68" w="89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2343043" y="169414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2385676" y="170722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2340708" y="1695058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2372520" y="1702892"/>
              <a:ext cx="489" cy="299"/>
            </a:xfrm>
            <a:custGeom>
              <a:rect b="b" l="l" r="r" t="t"/>
              <a:pathLst>
                <a:path extrusionOk="0" h="22" w="36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2372995" y="1701942"/>
              <a:ext cx="7617" cy="923"/>
            </a:xfrm>
            <a:custGeom>
              <a:rect b="b" l="l" r="r" t="t"/>
              <a:pathLst>
                <a:path extrusionOk="0" h="68" w="561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2343287" y="1694040"/>
              <a:ext cx="9518" cy="2878"/>
            </a:xfrm>
            <a:custGeom>
              <a:rect b="b" l="l" r="r" t="t"/>
              <a:pathLst>
                <a:path extrusionOk="0" h="212" w="701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2385771" y="170750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2386667" y="1707807"/>
              <a:ext cx="3870" cy="2227"/>
            </a:xfrm>
            <a:custGeom>
              <a:rect b="b" l="l" r="r" t="t"/>
              <a:pathLst>
                <a:path extrusionOk="0" h="164" w="285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2210472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2211138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2198728" y="1588678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2198253" y="1588678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2194071" y="1587579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2193650" y="15874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2197777" y="1588583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2209807" y="1589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2199298" y="1588719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2208436" y="1589344"/>
              <a:ext cx="679" cy="14"/>
            </a:xfrm>
            <a:custGeom>
              <a:rect b="b" l="l" r="r" t="t"/>
              <a:pathLst>
                <a:path extrusionOk="0" h="1" w="5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2202448" y="1589004"/>
              <a:ext cx="5947" cy="353"/>
            </a:xfrm>
            <a:custGeom>
              <a:rect b="b" l="l" r="r" t="t"/>
              <a:pathLst>
                <a:path extrusionOk="0" h="26" w="438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2213228" y="1589194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2212047" y="1589289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2211382" y="1589289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2195876" y="158824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2195456" y="158810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2196067" y="158833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2212658" y="15892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196352" y="158839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2194641" y="15877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2196976" y="1588488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2195075" y="158795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2197356" y="158852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2196637" y="1588434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2201783" y="1588963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2201117" y="1588909"/>
              <a:ext cx="530" cy="68"/>
            </a:xfrm>
            <a:custGeom>
              <a:rect b="b" l="l" r="r" t="t"/>
              <a:pathLst>
                <a:path extrusionOk="0" h="5" w="39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2199868" y="1588814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2200493" y="1588868"/>
              <a:ext cx="489" cy="54"/>
            </a:xfrm>
            <a:custGeom>
              <a:rect b="b" l="l" r="r" t="t"/>
              <a:pathLst>
                <a:path extrusionOk="0" h="4" w="36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2213799" y="158915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2328882" y="1660259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2335860" y="1655032"/>
              <a:ext cx="1534" cy="204"/>
            </a:xfrm>
            <a:custGeom>
              <a:rect b="b" l="l" r="r" t="t"/>
              <a:pathLst>
                <a:path extrusionOk="0" h="15" w="113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2341468" y="1648039"/>
              <a:ext cx="964" cy="1344"/>
            </a:xfrm>
            <a:custGeom>
              <a:rect b="b" l="l" r="r" t="t"/>
              <a:pathLst>
                <a:path extrusionOk="0" h="99" w="71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2309574" y="162751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2281483" y="1611298"/>
              <a:ext cx="1303" cy="475"/>
            </a:xfrm>
            <a:custGeom>
              <a:rect b="b" l="l" r="r" t="t"/>
              <a:pathLst>
                <a:path extrusionOk="0" h="35" w="96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2284714" y="1609778"/>
              <a:ext cx="1833" cy="1113"/>
            </a:xfrm>
            <a:custGeom>
              <a:rect b="b" l="l" r="r" t="t"/>
              <a:pathLst>
                <a:path extrusionOk="0" h="82" w="135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2314625" y="1629832"/>
              <a:ext cx="1860" cy="1018"/>
            </a:xfrm>
            <a:custGeom>
              <a:rect b="b" l="l" r="r" t="t"/>
              <a:pathLst>
                <a:path extrusionOk="0" h="75" w="137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2299079" y="1615860"/>
              <a:ext cx="339" cy="1494"/>
            </a:xfrm>
            <a:custGeom>
              <a:rect b="b" l="l" r="r" t="t"/>
              <a:pathLst>
                <a:path extrusionOk="0" h="110" w="25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2291136" y="1609398"/>
              <a:ext cx="2824" cy="339"/>
            </a:xfrm>
            <a:custGeom>
              <a:rect b="b" l="l" r="r" t="t"/>
              <a:pathLst>
                <a:path extrusionOk="0" h="25" w="208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2341862" y="1642581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2337476" y="1655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2328692" y="1659023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8787" y="165959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28692" y="1658779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28827" y="1659919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328732" y="165925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2341957" y="1637680"/>
              <a:ext cx="1914" cy="3489"/>
            </a:xfrm>
            <a:custGeom>
              <a:rect b="b" l="l" r="r" t="t"/>
              <a:pathLst>
                <a:path extrusionOk="0" h="257" w="141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282908" y="1603600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2279161" y="160236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2283438" y="15943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2280342" y="1602690"/>
              <a:ext cx="2580" cy="869"/>
            </a:xfrm>
            <a:custGeom>
              <a:rect b="b" l="l" r="r" t="t"/>
              <a:pathLst>
                <a:path extrusionOk="0" h="64" w="19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2280532" y="1608488"/>
              <a:ext cx="964" cy="2824"/>
            </a:xfrm>
            <a:custGeom>
              <a:rect b="b" l="l" r="r" t="t"/>
              <a:pathLst>
                <a:path extrusionOk="0" h="208" w="71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2278631" y="1589724"/>
              <a:ext cx="869" cy="679"/>
            </a:xfrm>
            <a:custGeom>
              <a:rect b="b" l="l" r="r" t="t"/>
              <a:pathLst>
                <a:path extrusionOk="0" h="50" w="64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2256066" y="157037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2276215" y="1585868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2281293" y="1611013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2250879" y="1556826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2250539" y="155644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255577" y="1568760"/>
              <a:ext cx="489" cy="1629"/>
            </a:xfrm>
            <a:custGeom>
              <a:rect b="b" l="l" r="r" t="t"/>
              <a:pathLst>
                <a:path extrusionOk="0" h="120" w="36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250119" y="1555590"/>
              <a:ext cx="394" cy="828"/>
            </a:xfrm>
            <a:custGeom>
              <a:rect b="b" l="l" r="r" t="t"/>
              <a:pathLst>
                <a:path extrusionOk="0" h="61" w="29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2255957" y="1570131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221166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211898" y="1583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211382" y="158330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21147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212753" y="158373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2212427" y="1583546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2212142" y="158345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2213093" y="1583872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2213853" y="1584972"/>
              <a:ext cx="394" cy="4195"/>
            </a:xfrm>
            <a:custGeom>
              <a:rect b="b" l="l" r="r" t="t"/>
              <a:pathLst>
                <a:path extrusionOk="0" h="309" w="29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2204009" y="1581143"/>
              <a:ext cx="774" cy="27"/>
            </a:xfrm>
            <a:custGeom>
              <a:rect b="b" l="l" r="r" t="t"/>
              <a:pathLst>
                <a:path extrusionOk="0" h="2" w="57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2205815" y="1581360"/>
              <a:ext cx="5485" cy="2172"/>
            </a:xfrm>
            <a:custGeom>
              <a:rect b="b" l="l" r="r" t="t"/>
              <a:pathLst>
                <a:path extrusionOk="0" h="160" w="404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2204824" y="158111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2205720" y="1581265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2205530" y="158121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2205055" y="158115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2205299" y="158115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2213894" y="1589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2269276" y="1477017"/>
              <a:ext cx="1629" cy="1303"/>
            </a:xfrm>
            <a:custGeom>
              <a:rect b="b" l="l" r="r" t="t"/>
              <a:pathLst>
                <a:path extrusionOk="0" h="96" w="12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2260193" y="1430147"/>
              <a:ext cx="3394" cy="1398"/>
            </a:xfrm>
            <a:custGeom>
              <a:rect b="b" l="l" r="r" t="t"/>
              <a:pathLst>
                <a:path extrusionOk="0" h="103" w="25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2262664" y="1417466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2263520" y="1448640"/>
              <a:ext cx="6246" cy="10047"/>
            </a:xfrm>
            <a:custGeom>
              <a:rect b="b" l="l" r="r" t="t"/>
              <a:pathLst>
                <a:path extrusionOk="0" h="740" w="46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2269127" y="1476542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2257002" y="1519610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2271082" y="1504593"/>
              <a:ext cx="3476" cy="2716"/>
            </a:xfrm>
            <a:custGeom>
              <a:rect b="b" l="l" r="r" t="t"/>
              <a:pathLst>
                <a:path extrusionOk="0" h="200" w="256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2268801" y="1485625"/>
              <a:ext cx="3286" cy="2295"/>
            </a:xfrm>
            <a:custGeom>
              <a:rect b="b" l="l" r="r" t="t"/>
              <a:pathLst>
                <a:path extrusionOk="0" h="169" w="242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2257966" y="1513187"/>
              <a:ext cx="8282" cy="5580"/>
            </a:xfrm>
            <a:custGeom>
              <a:rect b="b" l="l" r="r" t="t"/>
              <a:pathLst>
                <a:path extrusionOk="0" h="411" w="61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2256581" y="1520126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274449" y="1489372"/>
              <a:ext cx="6056" cy="6816"/>
            </a:xfrm>
            <a:custGeom>
              <a:rect b="b" l="l" r="r" t="t"/>
              <a:pathLst>
                <a:path extrusionOk="0" h="502" w="446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275929" y="1499121"/>
              <a:ext cx="4195" cy="4481"/>
            </a:xfrm>
            <a:custGeom>
              <a:rect b="b" l="l" r="r" t="t"/>
              <a:pathLst>
                <a:path extrusionOk="0" h="330" w="309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249874" y="1554544"/>
              <a:ext cx="258" cy="1059"/>
            </a:xfrm>
            <a:custGeom>
              <a:rect b="b" l="l" r="r" t="t"/>
              <a:pathLst>
                <a:path extrusionOk="0" h="78" w="19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251965" y="1550498"/>
              <a:ext cx="774" cy="1724"/>
            </a:xfrm>
            <a:custGeom>
              <a:rect b="b" l="l" r="r" t="t"/>
              <a:pathLst>
                <a:path extrusionOk="0" h="127" w="57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2254871" y="15361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2254681" y="153700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2253961" y="153804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2254110" y="153785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253825" y="153823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250974" y="1540519"/>
              <a:ext cx="1249" cy="1629"/>
            </a:xfrm>
            <a:custGeom>
              <a:rect b="b" l="l" r="r" t="t"/>
              <a:pathLst>
                <a:path extrusionOk="0" h="120" w="92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52875" y="1538428"/>
              <a:ext cx="774" cy="923"/>
            </a:xfrm>
            <a:custGeom>
              <a:rect b="b" l="l" r="r" t="t"/>
              <a:pathLst>
                <a:path extrusionOk="0" h="68" w="57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54300" y="153766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252820" y="153937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254531" y="1534721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254776" y="1535427"/>
              <a:ext cx="54" cy="163"/>
            </a:xfrm>
            <a:custGeom>
              <a:rect b="b" l="l" r="r" t="t"/>
              <a:pathLst>
                <a:path extrusionOk="0" h="12" w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254436" y="1537437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2254871" y="153576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2254681" y="1535102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2254816" y="153643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2254531" y="1537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2254776" y="153671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2250024" y="1555359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2263995" y="1416040"/>
              <a:ext cx="2770" cy="1439"/>
            </a:xfrm>
            <a:custGeom>
              <a:rect b="b" l="l" r="r" t="t"/>
              <a:pathLst>
                <a:path extrusionOk="0" h="106" w="204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2276350" y="1412130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2276921" y="1411139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2275875" y="141247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2276690" y="1411709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2263764" y="1417222"/>
              <a:ext cx="434" cy="448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3015482" y="1689586"/>
              <a:ext cx="163" cy="1195"/>
            </a:xfrm>
            <a:custGeom>
              <a:rect b="b" l="l" r="r" t="t"/>
              <a:pathLst>
                <a:path extrusionOk="0" h="88" w="12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2958307" y="1600694"/>
              <a:ext cx="3150" cy="353"/>
            </a:xfrm>
            <a:custGeom>
              <a:rect b="b" l="l" r="r" t="t"/>
              <a:pathLst>
                <a:path extrusionOk="0" h="26" w="232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2924961" y="1625555"/>
              <a:ext cx="3408" cy="7671"/>
            </a:xfrm>
            <a:custGeom>
              <a:rect b="b" l="l" r="r" t="t"/>
              <a:pathLst>
                <a:path extrusionOk="0" h="565" w="251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2928546" y="1617856"/>
              <a:ext cx="4535" cy="7196"/>
            </a:xfrm>
            <a:custGeom>
              <a:rect b="b" l="l" r="r" t="t"/>
              <a:pathLst>
                <a:path extrusionOk="0" h="530" w="334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2906265" y="16356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2908301" y="1636634"/>
              <a:ext cx="638" cy="625"/>
            </a:xfrm>
            <a:custGeom>
              <a:rect b="b" l="l" r="r" t="t"/>
              <a:pathLst>
                <a:path extrusionOk="0" h="46" w="47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2908967" y="1637299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2935633" y="1611163"/>
              <a:ext cx="828" cy="3530"/>
            </a:xfrm>
            <a:custGeom>
              <a:rect b="b" l="l" r="r" t="t"/>
              <a:pathLst>
                <a:path extrusionOk="0" h="260" w="61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2907976" y="163639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2695420" y="1641956"/>
              <a:ext cx="2417" cy="448"/>
            </a:xfrm>
            <a:custGeom>
              <a:rect b="b" l="l" r="r" t="t"/>
              <a:pathLst>
                <a:path extrusionOk="0" h="33" w="178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2693641" y="1641060"/>
              <a:ext cx="1208" cy="869"/>
            </a:xfrm>
            <a:custGeom>
              <a:rect b="b" l="l" r="r" t="t"/>
              <a:pathLst>
                <a:path extrusionOk="0" h="64" w="89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2974655" y="1606071"/>
              <a:ext cx="3584" cy="4481"/>
            </a:xfrm>
            <a:custGeom>
              <a:rect b="b" l="l" r="r" t="t"/>
              <a:pathLst>
                <a:path extrusionOk="0" h="330" w="264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3023194" y="1657313"/>
              <a:ext cx="1100" cy="54"/>
            </a:xfrm>
            <a:custGeom>
              <a:rect b="b" l="l" r="r" t="t"/>
              <a:pathLst>
                <a:path extrusionOk="0" h="4" w="81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3010594" y="1646478"/>
              <a:ext cx="1874" cy="2620"/>
            </a:xfrm>
            <a:custGeom>
              <a:rect b="b" l="l" r="r" t="t"/>
              <a:pathLst>
                <a:path extrusionOk="0" h="193" w="138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3041863" y="1659634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3006888" y="1644862"/>
              <a:ext cx="1534" cy="964"/>
            </a:xfrm>
            <a:custGeom>
              <a:rect b="b" l="l" r="r" t="t"/>
              <a:pathLst>
                <a:path extrusionOk="0" h="71" w="113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3014722" y="1656362"/>
              <a:ext cx="5159" cy="1154"/>
            </a:xfrm>
            <a:custGeom>
              <a:rect b="b" l="l" r="r" t="t"/>
              <a:pathLst>
                <a:path extrusionOk="0" h="85" w="38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3033880" y="1652031"/>
              <a:ext cx="3680" cy="1113"/>
            </a:xfrm>
            <a:custGeom>
              <a:rect b="b" l="l" r="r" t="t"/>
              <a:pathLst>
                <a:path extrusionOk="0" h="82" w="271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3018632" y="1682254"/>
              <a:ext cx="2715" cy="1494"/>
            </a:xfrm>
            <a:custGeom>
              <a:rect b="b" l="l" r="r" t="t"/>
              <a:pathLst>
                <a:path extrusionOk="0" h="110" w="20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2985965" y="1626560"/>
              <a:ext cx="3720" cy="8608"/>
            </a:xfrm>
            <a:custGeom>
              <a:rect b="b" l="l" r="r" t="t"/>
              <a:pathLst>
                <a:path extrusionOk="0" h="634" w="274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2972944" y="1604741"/>
              <a:ext cx="1724" cy="1344"/>
            </a:xfrm>
            <a:custGeom>
              <a:rect b="b" l="l" r="r" t="t"/>
              <a:pathLst>
                <a:path extrusionOk="0" h="99" w="127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3042013" y="166006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3015876" y="1695628"/>
              <a:ext cx="475" cy="4046"/>
            </a:xfrm>
            <a:custGeom>
              <a:rect b="b" l="l" r="r" t="t"/>
              <a:pathLst>
                <a:path extrusionOk="0" h="298" w="35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2961824" y="16011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2989291" y="163710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2977845" y="1610973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2962829" y="1601509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2955117" y="1600464"/>
              <a:ext cx="2444" cy="339"/>
            </a:xfrm>
            <a:custGeom>
              <a:rect b="b" l="l" r="r" t="t"/>
              <a:pathLst>
                <a:path extrusionOk="0" h="25" w="18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2998429" y="164125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2694931" y="1641956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2697538" y="164233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2409736" y="1625609"/>
              <a:ext cx="1534" cy="1344"/>
            </a:xfrm>
            <a:custGeom>
              <a:rect b="b" l="l" r="r" t="t"/>
              <a:pathLst>
                <a:path extrusionOk="0" h="99" w="113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2425798" y="1617761"/>
              <a:ext cx="2824" cy="828"/>
            </a:xfrm>
            <a:custGeom>
              <a:rect b="b" l="l" r="r" t="t"/>
              <a:pathLst>
                <a:path extrusionOk="0" h="61" w="208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2458167" y="1627035"/>
              <a:ext cx="4440" cy="828"/>
            </a:xfrm>
            <a:custGeom>
              <a:rect b="b" l="l" r="r" t="t"/>
              <a:pathLst>
                <a:path extrusionOk="0" h="61" w="327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2567398" y="1580681"/>
              <a:ext cx="5051" cy="1303"/>
            </a:xfrm>
            <a:custGeom>
              <a:rect b="b" l="l" r="r" t="t"/>
              <a:pathLst>
                <a:path extrusionOk="0" h="96" w="372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2468336" y="1623505"/>
              <a:ext cx="4100" cy="638"/>
            </a:xfrm>
            <a:custGeom>
              <a:rect b="b" l="l" r="r" t="t"/>
              <a:pathLst>
                <a:path extrusionOk="0" h="47" w="302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2501995" y="1594001"/>
              <a:ext cx="1914" cy="434"/>
            </a:xfrm>
            <a:custGeom>
              <a:rect b="b" l="l" r="r" t="t"/>
              <a:pathLst>
                <a:path extrusionOk="0" h="32" w="141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2407020" y="1631787"/>
              <a:ext cx="448" cy="1154"/>
            </a:xfrm>
            <a:custGeom>
              <a:rect b="b" l="l" r="r" t="t"/>
              <a:pathLst>
                <a:path extrusionOk="0" h="85" w="33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2480882" y="1622989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2472898" y="1624509"/>
              <a:ext cx="2634" cy="1208"/>
            </a:xfrm>
            <a:custGeom>
              <a:rect b="b" l="l" r="r" t="t"/>
              <a:pathLst>
                <a:path extrusionOk="0" h="89" w="194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2643499" y="1625270"/>
              <a:ext cx="1059" cy="1629"/>
            </a:xfrm>
            <a:custGeom>
              <a:rect b="b" l="l" r="r" t="t"/>
              <a:pathLst>
                <a:path extrusionOk="0" h="120" w="78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2626772" y="1600559"/>
              <a:ext cx="9708" cy="13415"/>
            </a:xfrm>
            <a:custGeom>
              <a:rect b="b" l="l" r="r" t="t"/>
              <a:pathLst>
                <a:path extrusionOk="0" h="988" w="715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2691319" y="1637245"/>
              <a:ext cx="910" cy="1208"/>
            </a:xfrm>
            <a:custGeom>
              <a:rect b="b" l="l" r="r" t="t"/>
              <a:pathLst>
                <a:path extrusionOk="0" h="89" w="67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2692216" y="1638494"/>
              <a:ext cx="1398" cy="2580"/>
            </a:xfrm>
            <a:custGeom>
              <a:rect b="b" l="l" r="r" t="t"/>
              <a:pathLst>
                <a:path extrusionOk="0" h="190" w="103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2584125" y="1590959"/>
              <a:ext cx="2390" cy="1005"/>
            </a:xfrm>
            <a:custGeom>
              <a:rect b="b" l="l" r="r" t="t"/>
              <a:pathLst>
                <a:path extrusionOk="0" h="74" w="176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2673723" y="1629737"/>
              <a:ext cx="3815" cy="3245"/>
            </a:xfrm>
            <a:custGeom>
              <a:rect b="b" l="l" r="r" t="t"/>
              <a:pathLst>
                <a:path extrusionOk="0" h="239" w="281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2619345" y="1593335"/>
              <a:ext cx="1208" cy="2050"/>
            </a:xfrm>
            <a:custGeom>
              <a:rect b="b" l="l" r="r" t="t"/>
              <a:pathLst>
                <a:path extrusionOk="0" h="151" w="89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2593969" y="15947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2594919" y="1599269"/>
              <a:ext cx="299" cy="448"/>
            </a:xfrm>
            <a:custGeom>
              <a:rect b="b" l="l" r="r" t="t"/>
              <a:pathLst>
                <a:path extrusionOk="0" h="33" w="22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2600391" y="1598413"/>
              <a:ext cx="1195" cy="163"/>
            </a:xfrm>
            <a:custGeom>
              <a:rect b="b" l="l" r="r" t="t"/>
              <a:pathLst>
                <a:path extrusionOk="0" h="12" w="88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2607994" y="1592711"/>
              <a:ext cx="4576" cy="2444"/>
            </a:xfrm>
            <a:custGeom>
              <a:rect b="b" l="l" r="r" t="t"/>
              <a:pathLst>
                <a:path extrusionOk="0" h="180" w="337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2408921" y="1669763"/>
              <a:ext cx="1113" cy="638"/>
            </a:xfrm>
            <a:custGeom>
              <a:rect b="b" l="l" r="r" t="t"/>
              <a:pathLst>
                <a:path extrusionOk="0" h="47" w="82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2397041" y="1656498"/>
              <a:ext cx="3965" cy="489"/>
            </a:xfrm>
            <a:custGeom>
              <a:rect b="b" l="l" r="r" t="t"/>
              <a:pathLst>
                <a:path extrusionOk="0" h="36" w="292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2395045" y="1656742"/>
              <a:ext cx="2009" cy="530"/>
            </a:xfrm>
            <a:custGeom>
              <a:rect b="b" l="l" r="r" t="t"/>
              <a:pathLst>
                <a:path extrusionOk="0" h="39" w="148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2498668" y="1608732"/>
              <a:ext cx="679" cy="2919"/>
            </a:xfrm>
            <a:custGeom>
              <a:rect b="b" l="l" r="r" t="t"/>
              <a:pathLst>
                <a:path extrusionOk="0" h="215" w="5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2403748" y="1658684"/>
              <a:ext cx="2240" cy="2960"/>
            </a:xfrm>
            <a:custGeom>
              <a:rect b="b" l="l" r="r" t="t"/>
              <a:pathLst>
                <a:path extrusionOk="0" h="218" w="165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2475519" y="1622853"/>
              <a:ext cx="4521" cy="1670"/>
            </a:xfrm>
            <a:custGeom>
              <a:rect b="b" l="l" r="r" t="t"/>
              <a:pathLst>
                <a:path extrusionOk="0" h="123" w="333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2428608" y="1618576"/>
              <a:ext cx="1195" cy="584"/>
            </a:xfrm>
            <a:custGeom>
              <a:rect b="b" l="l" r="r" t="t"/>
              <a:pathLst>
                <a:path extrusionOk="0" h="43" w="88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2493862" y="1615480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2578667" y="1593050"/>
              <a:ext cx="1249" cy="339"/>
            </a:xfrm>
            <a:custGeom>
              <a:rect b="b" l="l" r="r" t="t"/>
              <a:pathLst>
                <a:path extrusionOk="0" h="25" w="92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2601667" y="159831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2398561" y="1629913"/>
              <a:ext cx="3340" cy="787"/>
            </a:xfrm>
            <a:custGeom>
              <a:rect b="b" l="l" r="r" t="t"/>
              <a:pathLst>
                <a:path extrusionOk="0" h="58" w="246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2603473" y="1596798"/>
              <a:ext cx="1208" cy="774"/>
            </a:xfrm>
            <a:custGeom>
              <a:rect b="b" l="l" r="r" t="t"/>
              <a:pathLst>
                <a:path extrusionOk="0" h="57" w="89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2501370" y="1605066"/>
              <a:ext cx="733" cy="109"/>
            </a:xfrm>
            <a:custGeom>
              <a:rect b="b" l="l" r="r" t="t"/>
              <a:pathLst>
                <a:path extrusionOk="0" h="8" w="54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2590398" y="15932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2693587" y="1641047"/>
              <a:ext cx="122" cy="122"/>
            </a:xfrm>
            <a:custGeom>
              <a:rect b="b" l="l" r="r" t="t"/>
              <a:pathLst>
                <a:path extrusionOk="0" h="9" w="9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2139177" y="2004096"/>
              <a:ext cx="134295" cy="138844"/>
            </a:xfrm>
            <a:custGeom>
              <a:rect b="b" l="l" r="r" t="t"/>
              <a:pathLst>
                <a:path extrusionOk="0" h="10226" w="9891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2142218" y="208790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2143834" y="2087244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2143399" y="2087380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2141553" y="2088235"/>
              <a:ext cx="679" cy="448"/>
            </a:xfrm>
            <a:custGeom>
              <a:rect b="b" l="l" r="r" t="t"/>
              <a:pathLst>
                <a:path extrusionOk="0" h="33" w="5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2142829" y="2087624"/>
              <a:ext cx="489" cy="244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2144214" y="2087095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2144554" y="208705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2144839" y="2087000"/>
              <a:ext cx="190" cy="68"/>
            </a:xfrm>
            <a:custGeom>
              <a:rect b="b" l="l" r="r" t="t"/>
              <a:pathLst>
                <a:path extrusionOk="0" h="5" w="14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2222597" y="212403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2254816" y="21355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2249168" y="2134725"/>
              <a:ext cx="5621" cy="828"/>
            </a:xfrm>
            <a:custGeom>
              <a:rect b="b" l="l" r="r" t="t"/>
              <a:pathLst>
                <a:path extrusionOk="0" h="61" w="414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2245787" y="213059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2255387" y="2136110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2255577" y="2136340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2253866" y="2114331"/>
              <a:ext cx="1154" cy="1684"/>
            </a:xfrm>
            <a:custGeom>
              <a:rect b="b" l="l" r="r" t="t"/>
              <a:pathLst>
                <a:path extrusionOk="0" h="124" w="85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2266710" y="21042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2254246" y="2120468"/>
              <a:ext cx="394" cy="3014"/>
            </a:xfrm>
            <a:custGeom>
              <a:rect b="b" l="l" r="r" t="t"/>
              <a:pathLst>
                <a:path extrusionOk="0" h="222" w="29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2223167" y="2124365"/>
              <a:ext cx="1724" cy="1819"/>
            </a:xfrm>
            <a:custGeom>
              <a:rect b="b" l="l" r="r" t="t"/>
              <a:pathLst>
                <a:path extrusionOk="0" h="134" w="127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2232196" y="2130353"/>
              <a:ext cx="489" cy="543"/>
            </a:xfrm>
            <a:custGeom>
              <a:rect b="b" l="l" r="r" t="t"/>
              <a:pathLst>
                <a:path extrusionOk="0" h="40" w="36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2255156" y="213577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2245027" y="2130068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2221497" y="2123510"/>
              <a:ext cx="1208" cy="584"/>
            </a:xfrm>
            <a:custGeom>
              <a:rect b="b" l="l" r="r" t="t"/>
              <a:pathLst>
                <a:path extrusionOk="0" h="43" w="89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2244552" y="2129973"/>
              <a:ext cx="448" cy="68"/>
            </a:xfrm>
            <a:custGeom>
              <a:rect b="b" l="l" r="r" t="t"/>
              <a:pathLst>
                <a:path extrusionOk="0" h="5" w="33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2244036" y="2130027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2255672" y="213662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2245407" y="2130258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2222638" y="2124039"/>
              <a:ext cx="543" cy="339"/>
            </a:xfrm>
            <a:custGeom>
              <a:rect b="b" l="l" r="r" t="t"/>
              <a:pathLst>
                <a:path extrusionOk="0" h="25" w="4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2257057" y="2062194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2256907" y="206167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2215659" y="2008291"/>
              <a:ext cx="3802" cy="380"/>
            </a:xfrm>
            <a:custGeom>
              <a:rect b="b" l="l" r="r" t="t"/>
              <a:pathLst>
                <a:path extrusionOk="0" h="28" w="28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2196121" y="2010572"/>
              <a:ext cx="15601" cy="3014"/>
            </a:xfrm>
            <a:custGeom>
              <a:rect b="b" l="l" r="r" t="t"/>
              <a:pathLst>
                <a:path extrusionOk="0" h="222" w="1149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2183955" y="201804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2183806" y="2016845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2183901" y="2017469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2183955" y="201865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2139218" y="20815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2144404" y="207850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2143644" y="20787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2182910" y="2023783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2143929" y="2078690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2182720" y="2024163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2183765" y="202093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2144839" y="2078405"/>
              <a:ext cx="774" cy="489"/>
            </a:xfrm>
            <a:custGeom>
              <a:rect b="b" l="l" r="r" t="t"/>
              <a:pathLst>
                <a:path extrusionOk="0" h="36" w="57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83670" y="202146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143359" y="2078975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2183236" y="2022928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2142979" y="20791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2183521" y="2021977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2183385" y="202245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2183100" y="202336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2139462" y="2081107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140127" y="208072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140697" y="208040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2183860" y="20203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2141213" y="208006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2183955" y="201927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2141743" y="207977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2144214" y="2078595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2142164" y="207954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2142598" y="20793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2144594" y="20785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2144744" y="2078446"/>
              <a:ext cx="95" cy="14"/>
            </a:xfrm>
            <a:custGeom>
              <a:rect b="b" l="l" r="r" t="t"/>
              <a:pathLst>
                <a:path extrusionOk="0" h="1" w="7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2183901" y="201984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2246887" y="2005399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2263194" y="20098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260818" y="2010572"/>
              <a:ext cx="299" cy="258"/>
            </a:xfrm>
            <a:custGeom>
              <a:rect b="b" l="l" r="r" t="t"/>
              <a:pathLst>
                <a:path extrusionOk="0" h="19" w="22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266235" y="201209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265665" y="2011617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265190" y="2011197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246643" y="200515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263995" y="201028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805" y="2012527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263710" y="201005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261429" y="2010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264334" y="2010531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264714" y="201085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263479" y="2009907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2262528" y="20098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2262814" y="200981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2268706" y="201414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2251069" y="2010341"/>
              <a:ext cx="3001" cy="964"/>
            </a:xfrm>
            <a:custGeom>
              <a:rect b="b" l="l" r="r" t="t"/>
              <a:pathLst>
                <a:path extrusionOk="0" h="71" w="221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2268041" y="201361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2271367" y="2016560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69371" y="2014754"/>
              <a:ext cx="339" cy="299"/>
            </a:xfrm>
            <a:custGeom>
              <a:rect b="b" l="l" r="r" t="t"/>
              <a:pathLst>
                <a:path extrusionOk="0" h="22" w="25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70743" y="2015949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2270037" y="2015324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2247172" y="2005684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267416" y="201304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247362" y="2005915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271028" y="2020511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271367" y="2016655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2270987" y="20209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2271082" y="2019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271313" y="20178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270933" y="202146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261143" y="2049037"/>
              <a:ext cx="1018" cy="3992"/>
            </a:xfrm>
            <a:custGeom>
              <a:rect b="b" l="l" r="r" t="t"/>
              <a:pathLst>
                <a:path extrusionOk="0" h="294" w="75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271272" y="201832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271123" y="201937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270892" y="2021936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2271177" y="2018800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2270892" y="202235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2260668" y="2062248"/>
              <a:ext cx="9192" cy="13265"/>
            </a:xfrm>
            <a:custGeom>
              <a:rect b="b" l="l" r="r" t="t"/>
              <a:pathLst>
                <a:path extrusionOk="0" h="977" w="677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2266140" y="206262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263044" y="20646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265515" y="2063388"/>
              <a:ext cx="353" cy="339"/>
            </a:xfrm>
            <a:custGeom>
              <a:rect b="b" l="l" r="r" t="t"/>
              <a:pathLst>
                <a:path extrusionOk="0" h="25" w="26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61103" y="2064380"/>
              <a:ext cx="434" cy="109"/>
            </a:xfrm>
            <a:custGeom>
              <a:rect b="b" l="l" r="r" t="t"/>
              <a:pathLst>
                <a:path extrusionOk="0" h="8" w="32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4904" y="20640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264375" y="2064339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262243" y="2064570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2263615" y="20645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2260668" y="20643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2265896" y="206300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2266235" y="2062194"/>
              <a:ext cx="2050" cy="258"/>
            </a:xfrm>
            <a:custGeom>
              <a:rect b="b" l="l" r="r" t="t"/>
              <a:pathLst>
                <a:path extrusionOk="0" h="19" w="151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260668" y="2064339"/>
              <a:ext cx="353" cy="4616"/>
            </a:xfrm>
            <a:custGeom>
              <a:rect b="b" l="l" r="r" t="t"/>
              <a:pathLst>
                <a:path extrusionOk="0" h="340" w="26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267851" y="2123754"/>
              <a:ext cx="76781" cy="124832"/>
            </a:xfrm>
            <a:custGeom>
              <a:rect b="b" l="l" r="r" t="t"/>
              <a:pathLst>
                <a:path extrusionOk="0" h="9194" w="5655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344428" y="21553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275454" y="2213298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2276119" y="2212116"/>
              <a:ext cx="1059" cy="964"/>
            </a:xfrm>
            <a:custGeom>
              <a:rect b="b" l="l" r="r" t="t"/>
              <a:pathLst>
                <a:path extrusionOk="0" h="71" w="78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2280777" y="2242204"/>
              <a:ext cx="14" cy="339"/>
            </a:xfrm>
            <a:custGeom>
              <a:rect b="b" l="l" r="r" t="t"/>
              <a:pathLst>
                <a:path extrusionOk="0" h="25" w="1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2280817" y="2243155"/>
              <a:ext cx="448" cy="4141"/>
            </a:xfrm>
            <a:custGeom>
              <a:rect b="b" l="l" r="r" t="t"/>
              <a:pathLst>
                <a:path extrusionOk="0" h="305" w="33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2281252" y="2247282"/>
              <a:ext cx="204" cy="1494"/>
            </a:xfrm>
            <a:custGeom>
              <a:rect b="b" l="l" r="r" t="t"/>
              <a:pathLst>
                <a:path extrusionOk="0" h="110" w="15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2276215" y="2216393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2280722" y="2241389"/>
              <a:ext cx="14" cy="828"/>
            </a:xfrm>
            <a:custGeom>
              <a:rect b="b" l="l" r="r" t="t"/>
              <a:pathLst>
                <a:path extrusionOk="0" h="61" w="1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2281917" y="22487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2280777" y="224253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2275875" y="22151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2275780" y="22146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2276024" y="2215728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2280722" y="2242109"/>
              <a:ext cx="163" cy="1534"/>
            </a:xfrm>
            <a:custGeom>
              <a:rect b="b" l="l" r="r" t="t"/>
              <a:pathLst>
                <a:path extrusionOk="0" h="113" w="12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2281252" y="2247296"/>
              <a:ext cx="204" cy="1480"/>
            </a:xfrm>
            <a:custGeom>
              <a:rect b="b" l="l" r="r" t="t"/>
              <a:pathLst>
                <a:path extrusionOk="0" h="109" w="15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2269222" y="2162721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2268611" y="2149850"/>
              <a:ext cx="18737" cy="6802"/>
            </a:xfrm>
            <a:custGeom>
              <a:rect b="b" l="l" r="r" t="t"/>
              <a:pathLst>
                <a:path extrusionOk="0" h="501" w="138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2267851" y="2156693"/>
              <a:ext cx="720" cy="244"/>
            </a:xfrm>
            <a:custGeom>
              <a:rect b="b" l="l" r="r" t="t"/>
              <a:pathLst>
                <a:path extrusionOk="0" h="18" w="53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2262854" y="2051169"/>
              <a:ext cx="78532" cy="79768"/>
            </a:xfrm>
            <a:custGeom>
              <a:rect b="b" l="l" r="r" t="t"/>
              <a:pathLst>
                <a:path extrusionOk="0" h="5875" w="5784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2274164" y="2107447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273173" y="210720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275739" y="2108058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2274694" y="210758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2275210" y="210782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273648" y="2107298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276310" y="210834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272168" y="2060822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272454" y="20604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65"/>
            <p:cNvSpPr/>
            <p:nvPr/>
          </p:nvSpPr>
          <p:spPr>
            <a:xfrm>
              <a:off x="2271788" y="2061148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65"/>
            <p:cNvSpPr/>
            <p:nvPr/>
          </p:nvSpPr>
          <p:spPr>
            <a:xfrm>
              <a:off x="2271693" y="2054590"/>
              <a:ext cx="1208" cy="4576"/>
            </a:xfrm>
            <a:custGeom>
              <a:rect b="b" l="l" r="r" t="t"/>
              <a:pathLst>
                <a:path extrusionOk="0" h="337" w="89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272698" y="2059953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2270077" y="2061393"/>
              <a:ext cx="1684" cy="584"/>
            </a:xfrm>
            <a:custGeom>
              <a:rect b="b" l="l" r="r" t="t"/>
              <a:pathLst>
                <a:path extrusionOk="0" h="43" w="124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2295223" y="2052024"/>
              <a:ext cx="26354" cy="13985"/>
            </a:xfrm>
            <a:custGeom>
              <a:rect b="b" l="l" r="r" t="t"/>
              <a:pathLst>
                <a:path extrusionOk="0" h="1030" w="1941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2274259" y="2051169"/>
              <a:ext cx="3775" cy="299"/>
            </a:xfrm>
            <a:custGeom>
              <a:rect b="b" l="l" r="r" t="t"/>
              <a:pathLst>
                <a:path extrusionOk="0" h="22" w="278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2270227" y="206428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2270227" y="206357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2264375" y="207631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2270227" y="206390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2265380" y="2075839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2265190" y="207588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2263900" y="207659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2265000" y="207597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2264714" y="207612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2262949" y="207721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2270077" y="206205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2270132" y="206257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2263289" y="2076830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2270173" y="20631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2334109" y="212622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2334204" y="212607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2334150" y="21261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2334204" y="212603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2334055" y="21263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2334109" y="21262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2336580" y="212436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2304306" y="21297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2337245" y="2123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2317952" y="2130217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2304687" y="2129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2318658" y="2130312"/>
              <a:ext cx="3245" cy="312"/>
            </a:xfrm>
            <a:custGeom>
              <a:rect b="b" l="l" r="r" t="t"/>
              <a:pathLst>
                <a:path extrusionOk="0" h="23" w="239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336241" y="2124555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6010" y="212470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2335725" y="212489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2341237" y="2121989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2336865" y="2124229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2339472" y="2122844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2301876" y="212945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2340572" y="2122274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2334340" y="2125886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2338956" y="2123129"/>
              <a:ext cx="394" cy="163"/>
            </a:xfrm>
            <a:custGeom>
              <a:rect b="b" l="l" r="r" t="t"/>
              <a:pathLst>
                <a:path extrusionOk="0" h="12" w="29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327307" y="2127406"/>
              <a:ext cx="1684" cy="638"/>
            </a:xfrm>
            <a:custGeom>
              <a:rect b="b" l="l" r="r" t="t"/>
              <a:pathLst>
                <a:path extrusionOk="0" h="47" w="124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2338481" y="2123374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2328977" y="2126361"/>
              <a:ext cx="3815" cy="1059"/>
            </a:xfrm>
            <a:custGeom>
              <a:rect b="b" l="l" r="r" t="t"/>
              <a:pathLst>
                <a:path extrusionOk="0" h="78" w="281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2302691" y="2129592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34245" y="2125981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2334489" y="212575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2303302" y="2129647"/>
              <a:ext cx="394" cy="54"/>
            </a:xfrm>
            <a:custGeom>
              <a:rect b="b" l="l" r="r" t="t"/>
              <a:pathLst>
                <a:path extrusionOk="0" h="4" w="29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2333294" y="212645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2334394" y="212584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2340002" y="2122559"/>
              <a:ext cx="489" cy="258"/>
            </a:xfrm>
            <a:custGeom>
              <a:rect b="b" l="l" r="r" t="t"/>
              <a:pathLst>
                <a:path extrusionOk="0" h="19" w="36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65"/>
            <p:cNvSpPr/>
            <p:nvPr/>
          </p:nvSpPr>
          <p:spPr>
            <a:xfrm>
              <a:off x="2334530" y="212565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65"/>
            <p:cNvSpPr/>
            <p:nvPr/>
          </p:nvSpPr>
          <p:spPr>
            <a:xfrm>
              <a:off x="2305202" y="2129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2335100" y="212527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2334964" y="212537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2335535" y="212499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2338046" y="212360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2303831" y="21297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2335290" y="212512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2334679" y="212556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2337626" y="212379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2334815" y="212546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2286819" y="2116381"/>
              <a:ext cx="21398" cy="53672"/>
            </a:xfrm>
            <a:custGeom>
              <a:rect b="b" l="l" r="r" t="t"/>
              <a:pathLst>
                <a:path extrusionOk="0" h="3953" w="1576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2291041" y="2116476"/>
              <a:ext cx="1589" cy="3435"/>
            </a:xfrm>
            <a:custGeom>
              <a:rect b="b" l="l" r="r" t="t"/>
              <a:pathLst>
                <a:path extrusionOk="0" h="253" w="117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2287484" y="2138431"/>
              <a:ext cx="1534" cy="5906"/>
            </a:xfrm>
            <a:custGeom>
              <a:rect b="b" l="l" r="r" t="t"/>
              <a:pathLst>
                <a:path extrusionOk="0" h="435" w="113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2292942" y="212090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2292711" y="2120183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2293376" y="21224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2287049" y="2144324"/>
              <a:ext cx="448" cy="1398"/>
            </a:xfrm>
            <a:custGeom>
              <a:rect b="b" l="l" r="r" t="t"/>
              <a:pathLst>
                <a:path extrusionOk="0" h="103" w="33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2293281" y="212204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2287769" y="2147800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2288000" y="214818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2295467" y="2150705"/>
              <a:ext cx="720" cy="109"/>
            </a:xfrm>
            <a:custGeom>
              <a:rect b="b" l="l" r="r" t="t"/>
              <a:pathLst>
                <a:path extrusionOk="0" h="8" w="53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2288760" y="2148709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2288285" y="214837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2294748" y="2150800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2293227" y="2151126"/>
              <a:ext cx="638" cy="204"/>
            </a:xfrm>
            <a:custGeom>
              <a:rect b="b" l="l" r="r" t="t"/>
              <a:pathLst>
                <a:path extrusionOk="0" h="15" w="47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2296703" y="215080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2289195" y="2149130"/>
              <a:ext cx="489" cy="394"/>
            </a:xfrm>
            <a:custGeom>
              <a:rect b="b" l="l" r="r" t="t"/>
              <a:pathLst>
                <a:path extrusionOk="0" h="29" w="36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2297273" y="215089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65"/>
            <p:cNvSpPr/>
            <p:nvPr/>
          </p:nvSpPr>
          <p:spPr>
            <a:xfrm>
              <a:off x="2293987" y="2150936"/>
              <a:ext cx="543" cy="163"/>
            </a:xfrm>
            <a:custGeom>
              <a:rect b="b" l="l" r="r" t="t"/>
              <a:pathLst>
                <a:path extrusionOk="0" h="12" w="4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65"/>
            <p:cNvSpPr/>
            <p:nvPr/>
          </p:nvSpPr>
          <p:spPr>
            <a:xfrm>
              <a:off x="2306913" y="215270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2307293" y="2153081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2305352" y="2151126"/>
              <a:ext cx="530" cy="543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2305922" y="2151697"/>
              <a:ext cx="434" cy="448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2308108" y="2154792"/>
              <a:ext cx="149" cy="910"/>
            </a:xfrm>
            <a:custGeom>
              <a:rect b="b" l="l" r="r" t="t"/>
              <a:pathLst>
                <a:path extrusionOk="0" h="67" w="11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2306492" y="215226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2297694" y="2162681"/>
              <a:ext cx="4671" cy="7047"/>
            </a:xfrm>
            <a:custGeom>
              <a:rect b="b" l="l" r="r" t="t"/>
              <a:pathLst>
                <a:path extrusionOk="0" h="519" w="344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2304727" y="2150610"/>
              <a:ext cx="489" cy="434"/>
            </a:xfrm>
            <a:custGeom>
              <a:rect b="b" l="l" r="r" t="t"/>
              <a:pathLst>
                <a:path extrusionOk="0" h="32" w="36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2304347" y="21502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2291951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229256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2291095" y="21164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229313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2291326" y="211647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2550480" y="1720977"/>
              <a:ext cx="54867" cy="35763"/>
            </a:xfrm>
            <a:custGeom>
              <a:rect b="b" l="l" r="r" t="t"/>
              <a:pathLst>
                <a:path extrusionOk="0" h="2634" w="4041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258574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2587696" y="173436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2588782" y="1734365"/>
              <a:ext cx="489" cy="14"/>
            </a:xfrm>
            <a:custGeom>
              <a:rect b="b" l="l" r="r" t="t"/>
              <a:pathLst>
                <a:path extrusionOk="0" h="1" w="36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2587221" y="1734365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2586786" y="17342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2588646" y="173436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2589352" y="1733740"/>
              <a:ext cx="6381" cy="638"/>
            </a:xfrm>
            <a:custGeom>
              <a:rect b="b" l="l" r="r" t="t"/>
              <a:pathLst>
                <a:path extrusionOk="0" h="47" w="47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258612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2585075" y="17340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2553752" y="174913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2553997" y="17487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2555612" y="174672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2554893" y="174742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65"/>
            <p:cNvSpPr/>
            <p:nvPr/>
          </p:nvSpPr>
          <p:spPr>
            <a:xfrm>
              <a:off x="2554187" y="174837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65"/>
            <p:cNvSpPr/>
            <p:nvPr/>
          </p:nvSpPr>
          <p:spPr>
            <a:xfrm>
              <a:off x="2555368" y="174695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65"/>
            <p:cNvSpPr/>
            <p:nvPr/>
          </p:nvSpPr>
          <p:spPr>
            <a:xfrm>
              <a:off x="2554417" y="17479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65"/>
            <p:cNvSpPr/>
            <p:nvPr/>
          </p:nvSpPr>
          <p:spPr>
            <a:xfrm>
              <a:off x="2553616" y="1749572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65"/>
            <p:cNvSpPr/>
            <p:nvPr/>
          </p:nvSpPr>
          <p:spPr>
            <a:xfrm>
              <a:off x="2553141" y="1752423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65"/>
            <p:cNvSpPr/>
            <p:nvPr/>
          </p:nvSpPr>
          <p:spPr>
            <a:xfrm>
              <a:off x="2572679" y="172095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65"/>
            <p:cNvSpPr/>
            <p:nvPr/>
          </p:nvSpPr>
          <p:spPr>
            <a:xfrm>
              <a:off x="2553087" y="1753143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65"/>
            <p:cNvSpPr/>
            <p:nvPr/>
          </p:nvSpPr>
          <p:spPr>
            <a:xfrm>
              <a:off x="2553141" y="175175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65"/>
            <p:cNvSpPr/>
            <p:nvPr/>
          </p:nvSpPr>
          <p:spPr>
            <a:xfrm>
              <a:off x="2555137" y="174719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65"/>
            <p:cNvSpPr/>
            <p:nvPr/>
          </p:nvSpPr>
          <p:spPr>
            <a:xfrm>
              <a:off x="2553467" y="1750047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2553236" y="175114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65"/>
            <p:cNvSpPr/>
            <p:nvPr/>
          </p:nvSpPr>
          <p:spPr>
            <a:xfrm>
              <a:off x="2553331" y="1750576"/>
              <a:ext cx="54" cy="285"/>
            </a:xfrm>
            <a:custGeom>
              <a:rect b="b" l="l" r="r" t="t"/>
              <a:pathLst>
                <a:path extrusionOk="0" h="21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65"/>
            <p:cNvSpPr/>
            <p:nvPr/>
          </p:nvSpPr>
          <p:spPr>
            <a:xfrm>
              <a:off x="2570398" y="172571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65"/>
            <p:cNvSpPr/>
            <p:nvPr/>
          </p:nvSpPr>
          <p:spPr>
            <a:xfrm>
              <a:off x="2554662" y="17477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65"/>
            <p:cNvSpPr/>
            <p:nvPr/>
          </p:nvSpPr>
          <p:spPr>
            <a:xfrm>
              <a:off x="2572014" y="1722675"/>
              <a:ext cx="109" cy="190"/>
            </a:xfrm>
            <a:custGeom>
              <a:rect b="b" l="l" r="r" t="t"/>
              <a:pathLst>
                <a:path extrusionOk="0" h="14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65"/>
            <p:cNvSpPr/>
            <p:nvPr/>
          </p:nvSpPr>
          <p:spPr>
            <a:xfrm>
              <a:off x="2572489" y="172161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65"/>
            <p:cNvSpPr/>
            <p:nvPr/>
          </p:nvSpPr>
          <p:spPr>
            <a:xfrm>
              <a:off x="2572299" y="172205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65"/>
            <p:cNvSpPr/>
            <p:nvPr/>
          </p:nvSpPr>
          <p:spPr>
            <a:xfrm>
              <a:off x="2571824" y="172300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65"/>
            <p:cNvSpPr/>
            <p:nvPr/>
          </p:nvSpPr>
          <p:spPr>
            <a:xfrm>
              <a:off x="2572394" y="17218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65"/>
            <p:cNvSpPr/>
            <p:nvPr/>
          </p:nvSpPr>
          <p:spPr>
            <a:xfrm>
              <a:off x="2572150" y="1722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65"/>
            <p:cNvSpPr/>
            <p:nvPr/>
          </p:nvSpPr>
          <p:spPr>
            <a:xfrm>
              <a:off x="2570914" y="1724671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65"/>
            <p:cNvSpPr/>
            <p:nvPr/>
          </p:nvSpPr>
          <p:spPr>
            <a:xfrm>
              <a:off x="2570588" y="172518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65"/>
            <p:cNvSpPr/>
            <p:nvPr/>
          </p:nvSpPr>
          <p:spPr>
            <a:xfrm>
              <a:off x="2571634" y="172338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65"/>
            <p:cNvSpPr/>
            <p:nvPr/>
          </p:nvSpPr>
          <p:spPr>
            <a:xfrm>
              <a:off x="2571159" y="17241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65"/>
            <p:cNvSpPr/>
            <p:nvPr/>
          </p:nvSpPr>
          <p:spPr>
            <a:xfrm>
              <a:off x="2571389" y="1723761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65"/>
            <p:cNvSpPr/>
            <p:nvPr/>
          </p:nvSpPr>
          <p:spPr>
            <a:xfrm>
              <a:off x="2572679" y="172114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65"/>
            <p:cNvSpPr/>
            <p:nvPr/>
          </p:nvSpPr>
          <p:spPr>
            <a:xfrm>
              <a:off x="2572584" y="172142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65"/>
            <p:cNvSpPr/>
            <p:nvPr/>
          </p:nvSpPr>
          <p:spPr>
            <a:xfrm>
              <a:off x="2572625" y="172123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65"/>
            <p:cNvSpPr/>
            <p:nvPr/>
          </p:nvSpPr>
          <p:spPr>
            <a:xfrm>
              <a:off x="2604994" y="1750237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65"/>
            <p:cNvSpPr/>
            <p:nvPr/>
          </p:nvSpPr>
          <p:spPr>
            <a:xfrm>
              <a:off x="2604003" y="1751242"/>
              <a:ext cx="1439" cy="2105"/>
            </a:xfrm>
            <a:custGeom>
              <a:rect b="b" l="l" r="r" t="t"/>
              <a:pathLst>
                <a:path extrusionOk="0" h="155" w="106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65"/>
            <p:cNvSpPr/>
            <p:nvPr/>
          </p:nvSpPr>
          <p:spPr>
            <a:xfrm>
              <a:off x="2605048" y="1750807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65"/>
            <p:cNvSpPr/>
            <p:nvPr/>
          </p:nvSpPr>
          <p:spPr>
            <a:xfrm>
              <a:off x="2604003" y="174377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65"/>
            <p:cNvSpPr/>
            <p:nvPr/>
          </p:nvSpPr>
          <p:spPr>
            <a:xfrm>
              <a:off x="2604043" y="1744005"/>
              <a:ext cx="869" cy="5770"/>
            </a:xfrm>
            <a:custGeom>
              <a:rect b="b" l="l" r="r" t="t"/>
              <a:pathLst>
                <a:path extrusionOk="0" h="425" w="64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65"/>
            <p:cNvSpPr/>
            <p:nvPr/>
          </p:nvSpPr>
          <p:spPr>
            <a:xfrm>
              <a:off x="1464633" y="1859509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65"/>
            <p:cNvSpPr/>
            <p:nvPr/>
          </p:nvSpPr>
          <p:spPr>
            <a:xfrm>
              <a:off x="1462026" y="1851905"/>
              <a:ext cx="2050" cy="5580"/>
            </a:xfrm>
            <a:custGeom>
              <a:rect b="b" l="l" r="r" t="t"/>
              <a:pathLst>
                <a:path extrusionOk="0" h="411" w="151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65"/>
            <p:cNvSpPr/>
            <p:nvPr/>
          </p:nvSpPr>
          <p:spPr>
            <a:xfrm>
              <a:off x="1586043" y="1964015"/>
              <a:ext cx="5146" cy="4100"/>
            </a:xfrm>
            <a:custGeom>
              <a:rect b="b" l="l" r="r" t="t"/>
              <a:pathLst>
                <a:path extrusionOk="0" h="302" w="379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65"/>
            <p:cNvSpPr/>
            <p:nvPr/>
          </p:nvSpPr>
          <p:spPr>
            <a:xfrm>
              <a:off x="2367754" y="1716578"/>
              <a:ext cx="22213" cy="19226"/>
            </a:xfrm>
            <a:custGeom>
              <a:rect b="b" l="l" r="r" t="t"/>
              <a:pathLst>
                <a:path extrusionOk="0" h="1416" w="1636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65"/>
            <p:cNvSpPr/>
            <p:nvPr/>
          </p:nvSpPr>
          <p:spPr>
            <a:xfrm>
              <a:off x="2376321" y="1716673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65"/>
            <p:cNvSpPr/>
            <p:nvPr/>
          </p:nvSpPr>
          <p:spPr>
            <a:xfrm>
              <a:off x="2377122" y="1716728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65"/>
            <p:cNvSpPr/>
            <p:nvPr/>
          </p:nvSpPr>
          <p:spPr>
            <a:xfrm>
              <a:off x="2378833" y="1717013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65"/>
            <p:cNvSpPr/>
            <p:nvPr/>
          </p:nvSpPr>
          <p:spPr>
            <a:xfrm>
              <a:off x="2377937" y="1716864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65"/>
            <p:cNvSpPr/>
            <p:nvPr/>
          </p:nvSpPr>
          <p:spPr>
            <a:xfrm>
              <a:off x="2375561" y="1716633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65"/>
            <p:cNvSpPr/>
            <p:nvPr/>
          </p:nvSpPr>
          <p:spPr>
            <a:xfrm>
              <a:off x="2379784" y="1717203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65"/>
            <p:cNvSpPr/>
            <p:nvPr/>
          </p:nvSpPr>
          <p:spPr>
            <a:xfrm>
              <a:off x="2368134" y="1717773"/>
              <a:ext cx="828" cy="149"/>
            </a:xfrm>
            <a:custGeom>
              <a:rect b="b" l="l" r="r" t="t"/>
              <a:pathLst>
                <a:path extrusionOk="0" h="11" w="61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65"/>
            <p:cNvSpPr/>
            <p:nvPr/>
          </p:nvSpPr>
          <p:spPr>
            <a:xfrm>
              <a:off x="2374896" y="17166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65"/>
            <p:cNvSpPr/>
            <p:nvPr/>
          </p:nvSpPr>
          <p:spPr>
            <a:xfrm>
              <a:off x="2369234" y="1717488"/>
              <a:ext cx="964" cy="244"/>
            </a:xfrm>
            <a:custGeom>
              <a:rect b="b" l="l" r="r" t="t"/>
              <a:pathLst>
                <a:path extrusionOk="0" h="18" w="71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65"/>
            <p:cNvSpPr/>
            <p:nvPr/>
          </p:nvSpPr>
          <p:spPr>
            <a:xfrm>
              <a:off x="2374176" y="1716633"/>
              <a:ext cx="638" cy="54"/>
            </a:xfrm>
            <a:custGeom>
              <a:rect b="b" l="l" r="r" t="t"/>
              <a:pathLst>
                <a:path extrusionOk="0" h="4" w="47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65"/>
            <p:cNvSpPr/>
            <p:nvPr/>
          </p:nvSpPr>
          <p:spPr>
            <a:xfrm>
              <a:off x="2374611" y="1725051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65"/>
            <p:cNvSpPr/>
            <p:nvPr/>
          </p:nvSpPr>
          <p:spPr>
            <a:xfrm>
              <a:off x="2375656" y="1726857"/>
              <a:ext cx="244" cy="530"/>
            </a:xfrm>
            <a:custGeom>
              <a:rect b="b" l="l" r="r" t="t"/>
              <a:pathLst>
                <a:path extrusionOk="0" h="39" w="18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65"/>
            <p:cNvSpPr/>
            <p:nvPr/>
          </p:nvSpPr>
          <p:spPr>
            <a:xfrm>
              <a:off x="2374461" y="172490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65"/>
            <p:cNvSpPr/>
            <p:nvPr/>
          </p:nvSpPr>
          <p:spPr>
            <a:xfrm>
              <a:off x="2374896" y="172537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65"/>
            <p:cNvSpPr/>
            <p:nvPr/>
          </p:nvSpPr>
          <p:spPr>
            <a:xfrm>
              <a:off x="2374746" y="172518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65"/>
            <p:cNvSpPr/>
            <p:nvPr/>
          </p:nvSpPr>
          <p:spPr>
            <a:xfrm>
              <a:off x="2375466" y="1726381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65"/>
            <p:cNvSpPr/>
            <p:nvPr/>
          </p:nvSpPr>
          <p:spPr>
            <a:xfrm>
              <a:off x="2375276" y="1725947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65"/>
            <p:cNvSpPr/>
            <p:nvPr/>
          </p:nvSpPr>
          <p:spPr>
            <a:xfrm>
              <a:off x="2375086" y="1725662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65"/>
            <p:cNvSpPr/>
            <p:nvPr/>
          </p:nvSpPr>
          <p:spPr>
            <a:xfrm>
              <a:off x="2367944" y="1717963"/>
              <a:ext cx="1113" cy="4901"/>
            </a:xfrm>
            <a:custGeom>
              <a:rect b="b" l="l" r="r" t="t"/>
              <a:pathLst>
                <a:path extrusionOk="0" h="361" w="82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65"/>
            <p:cNvSpPr/>
            <p:nvPr/>
          </p:nvSpPr>
          <p:spPr>
            <a:xfrm>
              <a:off x="2376702" y="1727617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65"/>
            <p:cNvSpPr/>
            <p:nvPr/>
          </p:nvSpPr>
          <p:spPr>
            <a:xfrm>
              <a:off x="2377177" y="1727753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65"/>
            <p:cNvSpPr/>
            <p:nvPr/>
          </p:nvSpPr>
          <p:spPr>
            <a:xfrm>
              <a:off x="2377462" y="17279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65"/>
            <p:cNvSpPr/>
            <p:nvPr/>
          </p:nvSpPr>
          <p:spPr>
            <a:xfrm>
              <a:off x="2376131" y="1727468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65"/>
            <p:cNvSpPr/>
            <p:nvPr/>
          </p:nvSpPr>
          <p:spPr>
            <a:xfrm>
              <a:off x="2377937" y="172832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65"/>
            <p:cNvSpPr/>
            <p:nvPr/>
          </p:nvSpPr>
          <p:spPr>
            <a:xfrm>
              <a:off x="2381169" y="1711881"/>
              <a:ext cx="32763" cy="27725"/>
            </a:xfrm>
            <a:custGeom>
              <a:rect b="b" l="l" r="r" t="t"/>
              <a:pathLst>
                <a:path extrusionOk="0" h="2042" w="2413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65"/>
            <p:cNvSpPr/>
            <p:nvPr/>
          </p:nvSpPr>
          <p:spPr>
            <a:xfrm>
              <a:off x="2379363" y="1731459"/>
              <a:ext cx="6517" cy="4535"/>
            </a:xfrm>
            <a:custGeom>
              <a:rect b="b" l="l" r="r" t="t"/>
              <a:pathLst>
                <a:path extrusionOk="0" h="334" w="48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5"/>
            <p:cNvSpPr/>
            <p:nvPr/>
          </p:nvSpPr>
          <p:spPr>
            <a:xfrm>
              <a:off x="2389668" y="17126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5"/>
            <p:cNvSpPr/>
            <p:nvPr/>
          </p:nvSpPr>
          <p:spPr>
            <a:xfrm>
              <a:off x="2389953" y="1712111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5"/>
            <p:cNvSpPr/>
            <p:nvPr/>
          </p:nvSpPr>
          <p:spPr>
            <a:xfrm>
              <a:off x="2389532" y="1713021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5"/>
            <p:cNvSpPr/>
            <p:nvPr/>
          </p:nvSpPr>
          <p:spPr>
            <a:xfrm>
              <a:off x="2389573" y="1712872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5"/>
            <p:cNvSpPr/>
            <p:nvPr/>
          </p:nvSpPr>
          <p:spPr>
            <a:xfrm>
              <a:off x="2389763" y="1712397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5"/>
            <p:cNvSpPr/>
            <p:nvPr/>
          </p:nvSpPr>
          <p:spPr>
            <a:xfrm>
              <a:off x="2389478" y="171311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5"/>
            <p:cNvSpPr/>
            <p:nvPr/>
          </p:nvSpPr>
          <p:spPr>
            <a:xfrm>
              <a:off x="2381114" y="1715248"/>
              <a:ext cx="353" cy="774"/>
            </a:xfrm>
            <a:custGeom>
              <a:rect b="b" l="l" r="r" t="t"/>
              <a:pathLst>
                <a:path extrusionOk="0" h="57" w="26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65"/>
            <p:cNvSpPr/>
            <p:nvPr/>
          </p:nvSpPr>
          <p:spPr>
            <a:xfrm>
              <a:off x="2381114" y="171524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65"/>
            <p:cNvSpPr/>
            <p:nvPr/>
          </p:nvSpPr>
          <p:spPr>
            <a:xfrm>
              <a:off x="2381209" y="1715248"/>
              <a:ext cx="3530" cy="1779"/>
            </a:xfrm>
            <a:custGeom>
              <a:rect b="b" l="l" r="r" t="t"/>
              <a:pathLst>
                <a:path extrusionOk="0" h="131" w="26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5"/>
            <p:cNvSpPr/>
            <p:nvPr/>
          </p:nvSpPr>
          <p:spPr>
            <a:xfrm>
              <a:off x="2390198" y="171192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5"/>
            <p:cNvSpPr/>
            <p:nvPr/>
          </p:nvSpPr>
          <p:spPr>
            <a:xfrm>
              <a:off x="2379404" y="1731799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2379268" y="1731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5"/>
            <p:cNvSpPr/>
            <p:nvPr/>
          </p:nvSpPr>
          <p:spPr>
            <a:xfrm>
              <a:off x="2403748" y="17382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5"/>
            <p:cNvSpPr/>
            <p:nvPr/>
          </p:nvSpPr>
          <p:spPr>
            <a:xfrm>
              <a:off x="2404888" y="1738968"/>
              <a:ext cx="720" cy="394"/>
            </a:xfrm>
            <a:custGeom>
              <a:rect b="b" l="l" r="r" t="t"/>
              <a:pathLst>
                <a:path extrusionOk="0" h="29" w="53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403273" y="173792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65"/>
            <p:cNvSpPr/>
            <p:nvPr/>
          </p:nvSpPr>
          <p:spPr>
            <a:xfrm>
              <a:off x="2398901" y="1729613"/>
              <a:ext cx="1005" cy="584"/>
            </a:xfrm>
            <a:custGeom>
              <a:rect b="b" l="l" r="r" t="t"/>
              <a:pathLst>
                <a:path extrusionOk="0" h="43" w="74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65"/>
            <p:cNvSpPr/>
            <p:nvPr/>
          </p:nvSpPr>
          <p:spPr>
            <a:xfrm>
              <a:off x="2405839" y="1739443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2385486" y="173598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65"/>
            <p:cNvSpPr/>
            <p:nvPr/>
          </p:nvSpPr>
          <p:spPr>
            <a:xfrm>
              <a:off x="2379784" y="17323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65"/>
            <p:cNvSpPr/>
            <p:nvPr/>
          </p:nvSpPr>
          <p:spPr>
            <a:xfrm>
              <a:off x="2402933" y="173759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65"/>
            <p:cNvSpPr/>
            <p:nvPr/>
          </p:nvSpPr>
          <p:spPr>
            <a:xfrm>
              <a:off x="2379594" y="173212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65"/>
            <p:cNvSpPr/>
            <p:nvPr/>
          </p:nvSpPr>
          <p:spPr>
            <a:xfrm>
              <a:off x="2380069" y="173269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65"/>
            <p:cNvSpPr/>
            <p:nvPr/>
          </p:nvSpPr>
          <p:spPr>
            <a:xfrm>
              <a:off x="2402648" y="173731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65"/>
            <p:cNvSpPr/>
            <p:nvPr/>
          </p:nvSpPr>
          <p:spPr>
            <a:xfrm>
              <a:off x="2380408" y="1732885"/>
              <a:ext cx="339" cy="204"/>
            </a:xfrm>
            <a:custGeom>
              <a:rect b="b" l="l" r="r" t="t"/>
              <a:pathLst>
                <a:path extrusionOk="0" h="15" w="25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65"/>
            <p:cNvSpPr/>
            <p:nvPr/>
          </p:nvSpPr>
          <p:spPr>
            <a:xfrm>
              <a:off x="2404264" y="1738588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65"/>
            <p:cNvSpPr/>
            <p:nvPr/>
          </p:nvSpPr>
          <p:spPr>
            <a:xfrm>
              <a:off x="2392329" y="1712641"/>
              <a:ext cx="3109" cy="2295"/>
            </a:xfrm>
            <a:custGeom>
              <a:rect b="b" l="l" r="r" t="t"/>
              <a:pathLst>
                <a:path extrusionOk="0" h="169" w="229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65"/>
            <p:cNvSpPr/>
            <p:nvPr/>
          </p:nvSpPr>
          <p:spPr>
            <a:xfrm>
              <a:off x="2405364" y="171444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65"/>
            <p:cNvSpPr/>
            <p:nvPr/>
          </p:nvSpPr>
          <p:spPr>
            <a:xfrm>
              <a:off x="2400612" y="171729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65"/>
            <p:cNvSpPr/>
            <p:nvPr/>
          </p:nvSpPr>
          <p:spPr>
            <a:xfrm>
              <a:off x="2403884" y="171515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65"/>
            <p:cNvSpPr/>
            <p:nvPr/>
          </p:nvSpPr>
          <p:spPr>
            <a:xfrm>
              <a:off x="2404603" y="1714868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65"/>
            <p:cNvSpPr/>
            <p:nvPr/>
          </p:nvSpPr>
          <p:spPr>
            <a:xfrm>
              <a:off x="2403504" y="1715302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65"/>
            <p:cNvSpPr/>
            <p:nvPr/>
          </p:nvSpPr>
          <p:spPr>
            <a:xfrm>
              <a:off x="2404929" y="1714637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65"/>
            <p:cNvSpPr/>
            <p:nvPr/>
          </p:nvSpPr>
          <p:spPr>
            <a:xfrm>
              <a:off x="2404223" y="171501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65"/>
            <p:cNvSpPr/>
            <p:nvPr/>
          </p:nvSpPr>
          <p:spPr>
            <a:xfrm>
              <a:off x="2390333" y="1711921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65"/>
            <p:cNvSpPr/>
            <p:nvPr/>
          </p:nvSpPr>
          <p:spPr>
            <a:xfrm>
              <a:off x="2390958" y="171226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65"/>
            <p:cNvSpPr/>
            <p:nvPr/>
          </p:nvSpPr>
          <p:spPr>
            <a:xfrm>
              <a:off x="2391664" y="1712492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65"/>
            <p:cNvSpPr/>
            <p:nvPr/>
          </p:nvSpPr>
          <p:spPr>
            <a:xfrm>
              <a:off x="2400136" y="171724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65"/>
            <p:cNvSpPr/>
            <p:nvPr/>
          </p:nvSpPr>
          <p:spPr>
            <a:xfrm>
              <a:off x="2406029" y="1713822"/>
              <a:ext cx="244" cy="258"/>
            </a:xfrm>
            <a:custGeom>
              <a:rect b="b" l="l" r="r" t="t"/>
              <a:pathLst>
                <a:path extrusionOk="0" h="19" w="18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65"/>
            <p:cNvSpPr/>
            <p:nvPr/>
          </p:nvSpPr>
          <p:spPr>
            <a:xfrm>
              <a:off x="2398331" y="1716578"/>
              <a:ext cx="530" cy="204"/>
            </a:xfrm>
            <a:custGeom>
              <a:rect b="b" l="l" r="r" t="t"/>
              <a:pathLst>
                <a:path extrusionOk="0" h="15" w="39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65"/>
            <p:cNvSpPr/>
            <p:nvPr/>
          </p:nvSpPr>
          <p:spPr>
            <a:xfrm>
              <a:off x="2399702" y="171710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65"/>
            <p:cNvSpPr/>
            <p:nvPr/>
          </p:nvSpPr>
          <p:spPr>
            <a:xfrm>
              <a:off x="2405649" y="17141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65"/>
            <p:cNvSpPr/>
            <p:nvPr/>
          </p:nvSpPr>
          <p:spPr>
            <a:xfrm>
              <a:off x="2400747" y="171724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65"/>
            <p:cNvSpPr/>
            <p:nvPr/>
          </p:nvSpPr>
          <p:spPr>
            <a:xfrm>
              <a:off x="2399322" y="171695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65"/>
            <p:cNvSpPr/>
            <p:nvPr/>
          </p:nvSpPr>
          <p:spPr>
            <a:xfrm>
              <a:off x="2381454" y="1716008"/>
              <a:ext cx="2485" cy="5010"/>
            </a:xfrm>
            <a:custGeom>
              <a:rect b="b" l="l" r="r" t="t"/>
              <a:pathLst>
                <a:path extrusionOk="0" h="369" w="183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65"/>
            <p:cNvSpPr/>
            <p:nvPr/>
          </p:nvSpPr>
          <p:spPr>
            <a:xfrm>
              <a:off x="2390863" y="17323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65"/>
            <p:cNvSpPr/>
            <p:nvPr/>
          </p:nvSpPr>
          <p:spPr>
            <a:xfrm>
              <a:off x="2390958" y="17327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65"/>
            <p:cNvSpPr/>
            <p:nvPr/>
          </p:nvSpPr>
          <p:spPr>
            <a:xfrm>
              <a:off x="2390809" y="1732179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65"/>
            <p:cNvSpPr/>
            <p:nvPr/>
          </p:nvSpPr>
          <p:spPr>
            <a:xfrm>
              <a:off x="2391243" y="1733550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65"/>
            <p:cNvSpPr/>
            <p:nvPr/>
          </p:nvSpPr>
          <p:spPr>
            <a:xfrm>
              <a:off x="2391813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65"/>
            <p:cNvSpPr/>
            <p:nvPr/>
          </p:nvSpPr>
          <p:spPr>
            <a:xfrm>
              <a:off x="2391474" y="1734080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5"/>
            <p:cNvSpPr/>
            <p:nvPr/>
          </p:nvSpPr>
          <p:spPr>
            <a:xfrm>
              <a:off x="2390904" y="173255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5"/>
            <p:cNvSpPr/>
            <p:nvPr/>
          </p:nvSpPr>
          <p:spPr>
            <a:xfrm>
              <a:off x="2391094" y="173317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5"/>
            <p:cNvSpPr/>
            <p:nvPr/>
          </p:nvSpPr>
          <p:spPr>
            <a:xfrm>
              <a:off x="2384726" y="1733930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5"/>
            <p:cNvSpPr/>
            <p:nvPr/>
          </p:nvSpPr>
          <p:spPr>
            <a:xfrm>
              <a:off x="2379308" y="173145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5"/>
            <p:cNvSpPr/>
            <p:nvPr/>
          </p:nvSpPr>
          <p:spPr>
            <a:xfrm>
              <a:off x="2385350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5"/>
            <p:cNvSpPr/>
            <p:nvPr/>
          </p:nvSpPr>
          <p:spPr>
            <a:xfrm>
              <a:off x="2379784" y="1731744"/>
              <a:ext cx="543" cy="299"/>
            </a:xfrm>
            <a:custGeom>
              <a:rect b="b" l="l" r="r" t="t"/>
              <a:pathLst>
                <a:path extrusionOk="0" h="22" w="4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5"/>
            <p:cNvSpPr/>
            <p:nvPr/>
          </p:nvSpPr>
          <p:spPr>
            <a:xfrm>
              <a:off x="2385826" y="173579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5"/>
            <p:cNvSpPr/>
            <p:nvPr/>
          </p:nvSpPr>
          <p:spPr>
            <a:xfrm>
              <a:off x="2385676" y="173522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5"/>
            <p:cNvSpPr/>
            <p:nvPr/>
          </p:nvSpPr>
          <p:spPr>
            <a:xfrm>
              <a:off x="2381264" y="1715682"/>
              <a:ext cx="434" cy="774"/>
            </a:xfrm>
            <a:custGeom>
              <a:rect b="b" l="l" r="r" t="t"/>
              <a:pathLst>
                <a:path extrusionOk="0" h="57" w="32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5"/>
            <p:cNvSpPr/>
            <p:nvPr/>
          </p:nvSpPr>
          <p:spPr>
            <a:xfrm>
              <a:off x="2379404" y="1731324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5"/>
            <p:cNvSpPr/>
            <p:nvPr/>
          </p:nvSpPr>
          <p:spPr>
            <a:xfrm>
              <a:off x="2385826" y="1735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5"/>
            <p:cNvSpPr/>
            <p:nvPr/>
          </p:nvSpPr>
          <p:spPr>
            <a:xfrm>
              <a:off x="2497528" y="1743000"/>
              <a:ext cx="87140" cy="73726"/>
            </a:xfrm>
            <a:custGeom>
              <a:rect b="b" l="l" r="r" t="t"/>
              <a:pathLst>
                <a:path extrusionOk="0" h="5430" w="6418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5"/>
            <p:cNvSpPr/>
            <p:nvPr/>
          </p:nvSpPr>
          <p:spPr>
            <a:xfrm>
              <a:off x="2595449" y="1751378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5"/>
            <p:cNvSpPr/>
            <p:nvPr/>
          </p:nvSpPr>
          <p:spPr>
            <a:xfrm>
              <a:off x="2589692" y="1751432"/>
              <a:ext cx="11134" cy="4046"/>
            </a:xfrm>
            <a:custGeom>
              <a:rect b="b" l="l" r="r" t="t"/>
              <a:pathLst>
                <a:path extrusionOk="0" h="298" w="82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5"/>
            <p:cNvSpPr/>
            <p:nvPr/>
          </p:nvSpPr>
          <p:spPr>
            <a:xfrm>
              <a:off x="2541736" y="1751432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5"/>
            <p:cNvSpPr/>
            <p:nvPr/>
          </p:nvSpPr>
          <p:spPr>
            <a:xfrm>
              <a:off x="2550955" y="175403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5"/>
            <p:cNvSpPr/>
            <p:nvPr/>
          </p:nvSpPr>
          <p:spPr>
            <a:xfrm>
              <a:off x="2549950" y="1753523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5"/>
            <p:cNvSpPr/>
            <p:nvPr/>
          </p:nvSpPr>
          <p:spPr>
            <a:xfrm>
              <a:off x="2550236" y="175361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5"/>
            <p:cNvSpPr/>
            <p:nvPr/>
          </p:nvSpPr>
          <p:spPr>
            <a:xfrm>
              <a:off x="2549244" y="1753278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5"/>
            <p:cNvSpPr/>
            <p:nvPr/>
          </p:nvSpPr>
          <p:spPr>
            <a:xfrm>
              <a:off x="2550480" y="1753754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5"/>
            <p:cNvSpPr/>
            <p:nvPr/>
          </p:nvSpPr>
          <p:spPr>
            <a:xfrm>
              <a:off x="2550711" y="175390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5"/>
            <p:cNvSpPr/>
            <p:nvPr/>
          </p:nvSpPr>
          <p:spPr>
            <a:xfrm>
              <a:off x="2549625" y="1753373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5"/>
            <p:cNvSpPr/>
            <p:nvPr/>
          </p:nvSpPr>
          <p:spPr>
            <a:xfrm>
              <a:off x="2551756" y="1754568"/>
              <a:ext cx="1439" cy="910"/>
            </a:xfrm>
            <a:custGeom>
              <a:rect b="b" l="l" r="r" t="t"/>
              <a:pathLst>
                <a:path extrusionOk="0" h="67" w="106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5"/>
            <p:cNvSpPr/>
            <p:nvPr/>
          </p:nvSpPr>
          <p:spPr>
            <a:xfrm>
              <a:off x="2542917" y="1751147"/>
              <a:ext cx="543" cy="149"/>
            </a:xfrm>
            <a:custGeom>
              <a:rect b="b" l="l" r="r" t="t"/>
              <a:pathLst>
                <a:path extrusionOk="0" h="11" w="4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5"/>
            <p:cNvSpPr/>
            <p:nvPr/>
          </p:nvSpPr>
          <p:spPr>
            <a:xfrm>
              <a:off x="2508784" y="176877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5"/>
            <p:cNvSpPr/>
            <p:nvPr/>
          </p:nvSpPr>
          <p:spPr>
            <a:xfrm>
              <a:off x="2511499" y="1770440"/>
              <a:ext cx="489" cy="14"/>
            </a:xfrm>
            <a:custGeom>
              <a:rect b="b" l="l" r="r" t="t"/>
              <a:pathLst>
                <a:path extrusionOk="0" h="1" w="36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5"/>
            <p:cNvSpPr/>
            <p:nvPr/>
          </p:nvSpPr>
          <p:spPr>
            <a:xfrm>
              <a:off x="2509734" y="1769965"/>
              <a:ext cx="1018" cy="394"/>
            </a:xfrm>
            <a:custGeom>
              <a:rect b="b" l="l" r="r" t="t"/>
              <a:pathLst>
                <a:path extrusionOk="0" h="29" w="75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5"/>
            <p:cNvSpPr/>
            <p:nvPr/>
          </p:nvSpPr>
          <p:spPr>
            <a:xfrm>
              <a:off x="2510888" y="1770345"/>
              <a:ext cx="475" cy="54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5"/>
            <p:cNvSpPr/>
            <p:nvPr/>
          </p:nvSpPr>
          <p:spPr>
            <a:xfrm>
              <a:off x="2509354" y="176968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5"/>
            <p:cNvSpPr/>
            <p:nvPr/>
          </p:nvSpPr>
          <p:spPr>
            <a:xfrm>
              <a:off x="2509069" y="1769300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5"/>
            <p:cNvSpPr/>
            <p:nvPr/>
          </p:nvSpPr>
          <p:spPr>
            <a:xfrm>
              <a:off x="2534975" y="1750997"/>
              <a:ext cx="489" cy="543"/>
            </a:xfrm>
            <a:custGeom>
              <a:rect b="b" l="l" r="r" t="t"/>
              <a:pathLst>
                <a:path extrusionOk="0" h="40" w="36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5"/>
            <p:cNvSpPr/>
            <p:nvPr/>
          </p:nvSpPr>
          <p:spPr>
            <a:xfrm>
              <a:off x="2536780" y="1750047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5"/>
            <p:cNvSpPr/>
            <p:nvPr/>
          </p:nvSpPr>
          <p:spPr>
            <a:xfrm>
              <a:off x="2512219" y="1770291"/>
              <a:ext cx="679" cy="109"/>
            </a:xfrm>
            <a:custGeom>
              <a:rect b="b" l="l" r="r" t="t"/>
              <a:pathLst>
                <a:path extrusionOk="0" h="8" w="5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5"/>
            <p:cNvSpPr/>
            <p:nvPr/>
          </p:nvSpPr>
          <p:spPr>
            <a:xfrm>
              <a:off x="2503230" y="1767779"/>
              <a:ext cx="679" cy="204"/>
            </a:xfrm>
            <a:custGeom>
              <a:rect b="b" l="l" r="r" t="t"/>
              <a:pathLst>
                <a:path extrusionOk="0" h="15" w="5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5"/>
            <p:cNvSpPr/>
            <p:nvPr/>
          </p:nvSpPr>
          <p:spPr>
            <a:xfrm>
              <a:off x="2542917" y="1751187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5"/>
            <p:cNvSpPr/>
            <p:nvPr/>
          </p:nvSpPr>
          <p:spPr>
            <a:xfrm>
              <a:off x="2502035" y="1769436"/>
              <a:ext cx="68" cy="394"/>
            </a:xfrm>
            <a:custGeom>
              <a:rect b="b" l="l" r="r" t="t"/>
              <a:pathLst>
                <a:path extrusionOk="0" h="29" w="5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5"/>
            <p:cNvSpPr/>
            <p:nvPr/>
          </p:nvSpPr>
          <p:spPr>
            <a:xfrm>
              <a:off x="2499143" y="181379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5"/>
            <p:cNvSpPr/>
            <p:nvPr/>
          </p:nvSpPr>
          <p:spPr>
            <a:xfrm>
              <a:off x="2500230" y="1774663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5"/>
            <p:cNvSpPr/>
            <p:nvPr/>
          </p:nvSpPr>
          <p:spPr>
            <a:xfrm>
              <a:off x="2502131" y="1767969"/>
              <a:ext cx="1113" cy="1385"/>
            </a:xfrm>
            <a:custGeom>
              <a:rect b="b" l="l" r="r" t="t"/>
              <a:pathLst>
                <a:path extrusionOk="0" h="102" w="82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5"/>
            <p:cNvSpPr/>
            <p:nvPr/>
          </p:nvSpPr>
          <p:spPr>
            <a:xfrm>
              <a:off x="2500664" y="1769911"/>
              <a:ext cx="1480" cy="4725"/>
            </a:xfrm>
            <a:custGeom>
              <a:rect b="b" l="l" r="r" t="t"/>
              <a:pathLst>
                <a:path extrusionOk="0" h="348" w="109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5"/>
            <p:cNvSpPr/>
            <p:nvPr/>
          </p:nvSpPr>
          <p:spPr>
            <a:xfrm>
              <a:off x="2503081" y="1767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5"/>
            <p:cNvSpPr/>
            <p:nvPr/>
          </p:nvSpPr>
          <p:spPr>
            <a:xfrm>
              <a:off x="2579848" y="175789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5"/>
            <p:cNvSpPr/>
            <p:nvPr/>
          </p:nvSpPr>
          <p:spPr>
            <a:xfrm>
              <a:off x="2583419" y="1758221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5"/>
            <p:cNvSpPr/>
            <p:nvPr/>
          </p:nvSpPr>
          <p:spPr>
            <a:xfrm>
              <a:off x="2556318" y="1754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5"/>
            <p:cNvSpPr/>
            <p:nvPr/>
          </p:nvSpPr>
          <p:spPr>
            <a:xfrm>
              <a:off x="2582319" y="175846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5"/>
            <p:cNvSpPr/>
            <p:nvPr/>
          </p:nvSpPr>
          <p:spPr>
            <a:xfrm>
              <a:off x="2584030" y="175812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5"/>
            <p:cNvSpPr/>
            <p:nvPr/>
          </p:nvSpPr>
          <p:spPr>
            <a:xfrm>
              <a:off x="2551335" y="1754283"/>
              <a:ext cx="394" cy="244"/>
            </a:xfrm>
            <a:custGeom>
              <a:rect b="b" l="l" r="r" t="t"/>
              <a:pathLst>
                <a:path extrusionOk="0" h="18" w="29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5"/>
            <p:cNvSpPr/>
            <p:nvPr/>
          </p:nvSpPr>
          <p:spPr>
            <a:xfrm>
              <a:off x="2582890" y="1758370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5"/>
            <p:cNvSpPr/>
            <p:nvPr/>
          </p:nvSpPr>
          <p:spPr>
            <a:xfrm>
              <a:off x="2581803" y="17585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5"/>
            <p:cNvSpPr/>
            <p:nvPr/>
          </p:nvSpPr>
          <p:spPr>
            <a:xfrm>
              <a:off x="2596494" y="1752423"/>
              <a:ext cx="2811" cy="1344"/>
            </a:xfrm>
            <a:custGeom>
              <a:rect b="b" l="l" r="r" t="t"/>
              <a:pathLst>
                <a:path extrusionOk="0" h="99" w="207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5"/>
            <p:cNvSpPr/>
            <p:nvPr/>
          </p:nvSpPr>
          <p:spPr>
            <a:xfrm>
              <a:off x="2600147" y="1753618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5"/>
            <p:cNvSpPr/>
            <p:nvPr/>
          </p:nvSpPr>
          <p:spPr>
            <a:xfrm>
              <a:off x="2596250" y="1752097"/>
              <a:ext cx="54" cy="54"/>
            </a:xfrm>
            <a:custGeom>
              <a:rect b="b" l="l" r="r" t="t"/>
              <a:pathLst>
                <a:path extrusionOk="0" h="4" w="4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5"/>
            <p:cNvSpPr/>
            <p:nvPr/>
          </p:nvSpPr>
          <p:spPr>
            <a:xfrm>
              <a:off x="2599536" y="1753563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5"/>
            <p:cNvSpPr/>
            <p:nvPr/>
          </p:nvSpPr>
          <p:spPr>
            <a:xfrm>
              <a:off x="2595639" y="1751473"/>
              <a:ext cx="190" cy="163"/>
            </a:xfrm>
            <a:custGeom>
              <a:rect b="b" l="l" r="r" t="t"/>
              <a:pathLst>
                <a:path extrusionOk="0" h="12" w="14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5"/>
            <p:cNvSpPr/>
            <p:nvPr/>
          </p:nvSpPr>
          <p:spPr>
            <a:xfrm>
              <a:off x="2595965" y="175175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5"/>
            <p:cNvSpPr/>
            <p:nvPr/>
          </p:nvSpPr>
          <p:spPr>
            <a:xfrm>
              <a:off x="2600812" y="17537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5"/>
            <p:cNvSpPr/>
            <p:nvPr/>
          </p:nvSpPr>
          <p:spPr>
            <a:xfrm>
              <a:off x="2578952" y="1755709"/>
              <a:ext cx="774" cy="2050"/>
            </a:xfrm>
            <a:custGeom>
              <a:rect b="b" l="l" r="r" t="t"/>
              <a:pathLst>
                <a:path extrusionOk="0" h="151" w="57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5"/>
            <p:cNvSpPr/>
            <p:nvPr/>
          </p:nvSpPr>
          <p:spPr>
            <a:xfrm>
              <a:off x="2556183" y="17548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5"/>
            <p:cNvSpPr/>
            <p:nvPr/>
          </p:nvSpPr>
          <p:spPr>
            <a:xfrm>
              <a:off x="2556033" y="1755138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5"/>
            <p:cNvSpPr/>
            <p:nvPr/>
          </p:nvSpPr>
          <p:spPr>
            <a:xfrm>
              <a:off x="2589692" y="1751378"/>
              <a:ext cx="5716" cy="4100"/>
            </a:xfrm>
            <a:custGeom>
              <a:rect b="b" l="l" r="r" t="t"/>
              <a:pathLst>
                <a:path extrusionOk="0" h="302" w="421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5"/>
            <p:cNvSpPr/>
            <p:nvPr/>
          </p:nvSpPr>
          <p:spPr>
            <a:xfrm>
              <a:off x="2552951" y="175527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5"/>
            <p:cNvSpPr/>
            <p:nvPr/>
          </p:nvSpPr>
          <p:spPr>
            <a:xfrm>
              <a:off x="2551566" y="1754419"/>
              <a:ext cx="1398" cy="828"/>
            </a:xfrm>
            <a:custGeom>
              <a:rect b="b" l="l" r="r" t="t"/>
              <a:pathLst>
                <a:path extrusionOk="0" h="61" w="103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5"/>
            <p:cNvSpPr/>
            <p:nvPr/>
          </p:nvSpPr>
          <p:spPr>
            <a:xfrm>
              <a:off x="2502185" y="1754514"/>
              <a:ext cx="119265" cy="108620"/>
            </a:xfrm>
            <a:custGeom>
              <a:rect b="b" l="l" r="r" t="t"/>
              <a:pathLst>
                <a:path extrusionOk="0" h="8000" w="8784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5"/>
            <p:cNvSpPr/>
            <p:nvPr/>
          </p:nvSpPr>
          <p:spPr>
            <a:xfrm>
              <a:off x="2562306" y="1858137"/>
              <a:ext cx="4155" cy="353"/>
            </a:xfrm>
            <a:custGeom>
              <a:rect b="b" l="l" r="r" t="t"/>
              <a:pathLst>
                <a:path extrusionOk="0" h="26" w="306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5"/>
            <p:cNvSpPr/>
            <p:nvPr/>
          </p:nvSpPr>
          <p:spPr>
            <a:xfrm>
              <a:off x="2597961" y="1785077"/>
              <a:ext cx="5431" cy="8187"/>
            </a:xfrm>
            <a:custGeom>
              <a:rect b="b" l="l" r="r" t="t"/>
              <a:pathLst>
                <a:path extrusionOk="0" h="603" w="40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5"/>
            <p:cNvSpPr/>
            <p:nvPr/>
          </p:nvSpPr>
          <p:spPr>
            <a:xfrm>
              <a:off x="2605903" y="1793210"/>
              <a:ext cx="720" cy="815"/>
            </a:xfrm>
            <a:custGeom>
              <a:rect b="b" l="l" r="r" t="t"/>
              <a:pathLst>
                <a:path extrusionOk="0" h="60" w="53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5"/>
            <p:cNvSpPr/>
            <p:nvPr/>
          </p:nvSpPr>
          <p:spPr>
            <a:xfrm>
              <a:off x="2580663" y="182995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5"/>
            <p:cNvSpPr/>
            <p:nvPr/>
          </p:nvSpPr>
          <p:spPr>
            <a:xfrm>
              <a:off x="2555273" y="1862360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5"/>
            <p:cNvSpPr/>
            <p:nvPr/>
          </p:nvSpPr>
          <p:spPr>
            <a:xfrm>
              <a:off x="2554798" y="1863080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5"/>
            <p:cNvSpPr/>
            <p:nvPr/>
          </p:nvSpPr>
          <p:spPr>
            <a:xfrm>
              <a:off x="2580853" y="18298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5"/>
            <p:cNvSpPr/>
            <p:nvPr/>
          </p:nvSpPr>
          <p:spPr>
            <a:xfrm>
              <a:off x="2620255" y="1767725"/>
              <a:ext cx="530" cy="258"/>
            </a:xfrm>
            <a:custGeom>
              <a:rect b="b" l="l" r="r" t="t"/>
              <a:pathLst>
                <a:path extrusionOk="0" h="19" w="39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5"/>
            <p:cNvSpPr/>
            <p:nvPr/>
          </p:nvSpPr>
          <p:spPr>
            <a:xfrm>
              <a:off x="2619589" y="1767345"/>
              <a:ext cx="434" cy="258"/>
            </a:xfrm>
            <a:custGeom>
              <a:rect b="b" l="l" r="r" t="t"/>
              <a:pathLst>
                <a:path extrusionOk="0" h="19" w="32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5"/>
            <p:cNvSpPr/>
            <p:nvPr/>
          </p:nvSpPr>
          <p:spPr>
            <a:xfrm>
              <a:off x="2612081" y="1759510"/>
              <a:ext cx="4290" cy="6286"/>
            </a:xfrm>
            <a:custGeom>
              <a:rect b="b" l="l" r="r" t="t"/>
              <a:pathLst>
                <a:path extrusionOk="0" h="463" w="316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5"/>
            <p:cNvSpPr/>
            <p:nvPr/>
          </p:nvSpPr>
          <p:spPr>
            <a:xfrm>
              <a:off x="2620920" y="1768064"/>
              <a:ext cx="530" cy="339"/>
            </a:xfrm>
            <a:custGeom>
              <a:rect b="b" l="l" r="r" t="t"/>
              <a:pathLst>
                <a:path extrusionOk="0" h="25" w="39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5"/>
            <p:cNvSpPr/>
            <p:nvPr/>
          </p:nvSpPr>
          <p:spPr>
            <a:xfrm>
              <a:off x="2618870" y="1766964"/>
              <a:ext cx="448" cy="258"/>
            </a:xfrm>
            <a:custGeom>
              <a:rect b="b" l="l" r="r" t="t"/>
              <a:pathLst>
                <a:path extrusionOk="0" h="19" w="33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5"/>
            <p:cNvSpPr/>
            <p:nvPr/>
          </p:nvSpPr>
          <p:spPr>
            <a:xfrm>
              <a:off x="2608660" y="1756754"/>
              <a:ext cx="3476" cy="2770"/>
            </a:xfrm>
            <a:custGeom>
              <a:rect b="b" l="l" r="r" t="t"/>
              <a:pathLst>
                <a:path extrusionOk="0" h="204" w="256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5"/>
            <p:cNvSpPr/>
            <p:nvPr/>
          </p:nvSpPr>
          <p:spPr>
            <a:xfrm>
              <a:off x="2606093" y="1754894"/>
              <a:ext cx="1154" cy="869"/>
            </a:xfrm>
            <a:custGeom>
              <a:rect b="b" l="l" r="r" t="t"/>
              <a:pathLst>
                <a:path extrusionOk="0" h="64" w="85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5"/>
            <p:cNvSpPr/>
            <p:nvPr/>
          </p:nvSpPr>
          <p:spPr>
            <a:xfrm>
              <a:off x="2616358" y="1765783"/>
              <a:ext cx="720" cy="339"/>
            </a:xfrm>
            <a:custGeom>
              <a:rect b="b" l="l" r="r" t="t"/>
              <a:pathLst>
                <a:path extrusionOk="0" h="25" w="53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5"/>
            <p:cNvSpPr/>
            <p:nvPr/>
          </p:nvSpPr>
          <p:spPr>
            <a:xfrm>
              <a:off x="2618164" y="1766639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5"/>
            <p:cNvSpPr/>
            <p:nvPr/>
          </p:nvSpPr>
          <p:spPr>
            <a:xfrm>
              <a:off x="2607465" y="1755940"/>
              <a:ext cx="1208" cy="828"/>
            </a:xfrm>
            <a:custGeom>
              <a:rect b="b" l="l" r="r" t="t"/>
              <a:pathLst>
                <a:path extrusionOk="0" h="61" w="89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5"/>
            <p:cNvSpPr/>
            <p:nvPr/>
          </p:nvSpPr>
          <p:spPr>
            <a:xfrm>
              <a:off x="2617349" y="1766258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5"/>
            <p:cNvSpPr/>
            <p:nvPr/>
          </p:nvSpPr>
          <p:spPr>
            <a:xfrm>
              <a:off x="2514350" y="18328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5"/>
            <p:cNvSpPr/>
            <p:nvPr/>
          </p:nvSpPr>
          <p:spPr>
            <a:xfrm>
              <a:off x="2505742" y="1822252"/>
              <a:ext cx="1059" cy="910"/>
            </a:xfrm>
            <a:custGeom>
              <a:rect b="b" l="l" r="r" t="t"/>
              <a:pathLst>
                <a:path extrusionOk="0" h="67" w="78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5"/>
            <p:cNvSpPr/>
            <p:nvPr/>
          </p:nvSpPr>
          <p:spPr>
            <a:xfrm>
              <a:off x="2514635" y="1833942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5"/>
            <p:cNvSpPr/>
            <p:nvPr/>
          </p:nvSpPr>
          <p:spPr>
            <a:xfrm>
              <a:off x="2517772" y="18378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5"/>
            <p:cNvSpPr/>
            <p:nvPr/>
          </p:nvSpPr>
          <p:spPr>
            <a:xfrm>
              <a:off x="2518016" y="1839034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5"/>
            <p:cNvSpPr/>
            <p:nvPr/>
          </p:nvSpPr>
          <p:spPr>
            <a:xfrm>
              <a:off x="2517962" y="1838654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5"/>
            <p:cNvSpPr/>
            <p:nvPr/>
          </p:nvSpPr>
          <p:spPr>
            <a:xfrm>
              <a:off x="2517867" y="1838219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5"/>
            <p:cNvSpPr/>
            <p:nvPr/>
          </p:nvSpPr>
          <p:spPr>
            <a:xfrm>
              <a:off x="2514500" y="183360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5"/>
            <p:cNvSpPr/>
            <p:nvPr/>
          </p:nvSpPr>
          <p:spPr>
            <a:xfrm>
              <a:off x="2514500" y="18333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5"/>
            <p:cNvSpPr/>
            <p:nvPr/>
          </p:nvSpPr>
          <p:spPr>
            <a:xfrm>
              <a:off x="2503556" y="181883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5"/>
            <p:cNvSpPr/>
            <p:nvPr/>
          </p:nvSpPr>
          <p:spPr>
            <a:xfrm>
              <a:off x="2514310" y="18324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5"/>
            <p:cNvSpPr/>
            <p:nvPr/>
          </p:nvSpPr>
          <p:spPr>
            <a:xfrm>
              <a:off x="2505606" y="18504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5"/>
            <p:cNvSpPr/>
            <p:nvPr/>
          </p:nvSpPr>
          <p:spPr>
            <a:xfrm>
              <a:off x="2503801" y="181925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5"/>
            <p:cNvSpPr/>
            <p:nvPr/>
          </p:nvSpPr>
          <p:spPr>
            <a:xfrm>
              <a:off x="2514595" y="183379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5"/>
            <p:cNvSpPr/>
            <p:nvPr/>
          </p:nvSpPr>
          <p:spPr>
            <a:xfrm>
              <a:off x="2514405" y="183308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5"/>
            <p:cNvSpPr/>
            <p:nvPr/>
          </p:nvSpPr>
          <p:spPr>
            <a:xfrm>
              <a:off x="2514255" y="18321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5"/>
            <p:cNvSpPr/>
            <p:nvPr/>
          </p:nvSpPr>
          <p:spPr>
            <a:xfrm>
              <a:off x="2507412" y="1823623"/>
              <a:ext cx="720" cy="543"/>
            </a:xfrm>
            <a:custGeom>
              <a:rect b="b" l="l" r="r" t="t"/>
              <a:pathLst>
                <a:path extrusionOk="0" h="40" w="53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5"/>
            <p:cNvSpPr/>
            <p:nvPr/>
          </p:nvSpPr>
          <p:spPr>
            <a:xfrm>
              <a:off x="2602998" y="1754704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5"/>
            <p:cNvSpPr/>
            <p:nvPr/>
          </p:nvSpPr>
          <p:spPr>
            <a:xfrm>
              <a:off x="2605564" y="1754799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5"/>
            <p:cNvSpPr/>
            <p:nvPr/>
          </p:nvSpPr>
          <p:spPr>
            <a:xfrm>
              <a:off x="2554513" y="1799007"/>
              <a:ext cx="3435" cy="774"/>
            </a:xfrm>
            <a:custGeom>
              <a:rect b="b" l="l" r="r" t="t"/>
              <a:pathLst>
                <a:path extrusionOk="0" h="57" w="253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5"/>
            <p:cNvSpPr/>
            <p:nvPr/>
          </p:nvSpPr>
          <p:spPr>
            <a:xfrm>
              <a:off x="2599196" y="175637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5"/>
            <p:cNvSpPr/>
            <p:nvPr/>
          </p:nvSpPr>
          <p:spPr>
            <a:xfrm>
              <a:off x="2502796" y="1817215"/>
              <a:ext cx="964" cy="109"/>
            </a:xfrm>
            <a:custGeom>
              <a:rect b="b" l="l" r="r" t="t"/>
              <a:pathLst>
                <a:path extrusionOk="0" h="8" w="71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5"/>
            <p:cNvSpPr/>
            <p:nvPr/>
          </p:nvSpPr>
          <p:spPr>
            <a:xfrm>
              <a:off x="2513264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5"/>
            <p:cNvSpPr/>
            <p:nvPr/>
          </p:nvSpPr>
          <p:spPr>
            <a:xfrm>
              <a:off x="2516020" y="181830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5"/>
            <p:cNvSpPr/>
            <p:nvPr/>
          </p:nvSpPr>
          <p:spPr>
            <a:xfrm>
              <a:off x="2514119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5"/>
            <p:cNvSpPr/>
            <p:nvPr/>
          </p:nvSpPr>
          <p:spPr>
            <a:xfrm>
              <a:off x="2596725" y="17568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5"/>
            <p:cNvSpPr/>
            <p:nvPr/>
          </p:nvSpPr>
          <p:spPr>
            <a:xfrm>
              <a:off x="2599766" y="175618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5"/>
            <p:cNvSpPr/>
            <p:nvPr/>
          </p:nvSpPr>
          <p:spPr>
            <a:xfrm>
              <a:off x="2502131" y="1817161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5"/>
            <p:cNvSpPr/>
            <p:nvPr/>
          </p:nvSpPr>
          <p:spPr>
            <a:xfrm>
              <a:off x="2595109" y="1756659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5"/>
            <p:cNvSpPr/>
            <p:nvPr/>
          </p:nvSpPr>
          <p:spPr>
            <a:xfrm>
              <a:off x="2602672" y="1754568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5"/>
            <p:cNvSpPr/>
            <p:nvPr/>
          </p:nvSpPr>
          <p:spPr>
            <a:xfrm>
              <a:off x="2595544" y="1756795"/>
              <a:ext cx="190" cy="14"/>
            </a:xfrm>
            <a:custGeom>
              <a:rect b="b" l="l" r="r" t="t"/>
              <a:pathLst>
                <a:path extrusionOk="0" h="1" w="14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5"/>
            <p:cNvSpPr/>
            <p:nvPr/>
          </p:nvSpPr>
          <p:spPr>
            <a:xfrm>
              <a:off x="2595965" y="175684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5"/>
            <p:cNvSpPr/>
            <p:nvPr/>
          </p:nvSpPr>
          <p:spPr>
            <a:xfrm>
              <a:off x="2602047" y="175494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5"/>
            <p:cNvSpPr/>
            <p:nvPr/>
          </p:nvSpPr>
          <p:spPr>
            <a:xfrm>
              <a:off x="2507127" y="1817690"/>
              <a:ext cx="1005" cy="109"/>
            </a:xfrm>
            <a:custGeom>
              <a:rect b="b" l="l" r="r" t="t"/>
              <a:pathLst>
                <a:path extrusionOk="0" h="8" w="74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5"/>
            <p:cNvSpPr/>
            <p:nvPr/>
          </p:nvSpPr>
          <p:spPr>
            <a:xfrm>
              <a:off x="2526665" y="1817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5"/>
            <p:cNvSpPr/>
            <p:nvPr/>
          </p:nvSpPr>
          <p:spPr>
            <a:xfrm>
              <a:off x="2597010" y="1756795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5"/>
            <p:cNvSpPr/>
            <p:nvPr/>
          </p:nvSpPr>
          <p:spPr>
            <a:xfrm>
              <a:off x="2527330" y="18171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5"/>
            <p:cNvSpPr/>
            <p:nvPr/>
          </p:nvSpPr>
          <p:spPr>
            <a:xfrm>
              <a:off x="2598626" y="175656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5"/>
            <p:cNvSpPr/>
            <p:nvPr/>
          </p:nvSpPr>
          <p:spPr>
            <a:xfrm>
              <a:off x="2600337" y="1755940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5"/>
            <p:cNvSpPr/>
            <p:nvPr/>
          </p:nvSpPr>
          <p:spPr>
            <a:xfrm>
              <a:off x="2598056" y="1756659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5"/>
            <p:cNvSpPr/>
            <p:nvPr/>
          </p:nvSpPr>
          <p:spPr>
            <a:xfrm>
              <a:off x="2597485" y="175675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5"/>
            <p:cNvSpPr/>
            <p:nvPr/>
          </p:nvSpPr>
          <p:spPr>
            <a:xfrm>
              <a:off x="2601477" y="1755329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5"/>
            <p:cNvSpPr/>
            <p:nvPr/>
          </p:nvSpPr>
          <p:spPr>
            <a:xfrm>
              <a:off x="2508498" y="1817880"/>
              <a:ext cx="923" cy="109"/>
            </a:xfrm>
            <a:custGeom>
              <a:rect b="b" l="l" r="r" t="t"/>
              <a:pathLst>
                <a:path extrusionOk="0" h="8" w="68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5"/>
            <p:cNvSpPr/>
            <p:nvPr/>
          </p:nvSpPr>
          <p:spPr>
            <a:xfrm>
              <a:off x="2600907" y="1755654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5"/>
            <p:cNvSpPr/>
            <p:nvPr/>
          </p:nvSpPr>
          <p:spPr>
            <a:xfrm>
              <a:off x="2504181" y="1817310"/>
              <a:ext cx="1195" cy="149"/>
            </a:xfrm>
            <a:custGeom>
              <a:rect b="b" l="l" r="r" t="t"/>
              <a:pathLst>
                <a:path extrusionOk="0" h="11" w="88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5"/>
            <p:cNvSpPr/>
            <p:nvPr/>
          </p:nvSpPr>
          <p:spPr>
            <a:xfrm>
              <a:off x="2512640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5"/>
            <p:cNvSpPr/>
            <p:nvPr/>
          </p:nvSpPr>
          <p:spPr>
            <a:xfrm>
              <a:off x="2505457" y="1817446"/>
              <a:ext cx="1344" cy="204"/>
            </a:xfrm>
            <a:custGeom>
              <a:rect b="b" l="l" r="r" t="t"/>
              <a:pathLst>
                <a:path extrusionOk="0" h="15" w="99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5"/>
            <p:cNvSpPr/>
            <p:nvPr/>
          </p:nvSpPr>
          <p:spPr>
            <a:xfrm>
              <a:off x="2509788" y="1818070"/>
              <a:ext cx="1195" cy="204"/>
            </a:xfrm>
            <a:custGeom>
              <a:rect b="b" l="l" r="r" t="t"/>
              <a:pathLst>
                <a:path extrusionOk="0" h="15" w="88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5"/>
            <p:cNvSpPr/>
            <p:nvPr/>
          </p:nvSpPr>
          <p:spPr>
            <a:xfrm>
              <a:off x="2511404" y="1818355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5"/>
            <p:cNvSpPr/>
            <p:nvPr/>
          </p:nvSpPr>
          <p:spPr>
            <a:xfrm>
              <a:off x="251202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5"/>
            <p:cNvSpPr/>
            <p:nvPr/>
          </p:nvSpPr>
          <p:spPr>
            <a:xfrm>
              <a:off x="2991016" y="2067204"/>
              <a:ext cx="18968" cy="6409"/>
            </a:xfrm>
            <a:custGeom>
              <a:rect b="b" l="l" r="r" t="t"/>
              <a:pathLst>
                <a:path extrusionOk="0" h="472" w="1397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5"/>
            <p:cNvSpPr/>
            <p:nvPr/>
          </p:nvSpPr>
          <p:spPr>
            <a:xfrm>
              <a:off x="3012726" y="2048969"/>
              <a:ext cx="73699" cy="62008"/>
            </a:xfrm>
            <a:custGeom>
              <a:rect b="b" l="l" r="r" t="t"/>
              <a:pathLst>
                <a:path extrusionOk="0" h="4567" w="5428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5"/>
            <p:cNvSpPr/>
            <p:nvPr/>
          </p:nvSpPr>
          <p:spPr>
            <a:xfrm>
              <a:off x="2746593" y="2003634"/>
              <a:ext cx="83583" cy="84330"/>
            </a:xfrm>
            <a:custGeom>
              <a:rect b="b" l="l" r="r" t="t"/>
              <a:pathLst>
                <a:path extrusionOk="0" h="6211" w="6156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5"/>
            <p:cNvSpPr/>
            <p:nvPr/>
          </p:nvSpPr>
          <p:spPr>
            <a:xfrm>
              <a:off x="2846320" y="2013450"/>
              <a:ext cx="74445" cy="60949"/>
            </a:xfrm>
            <a:custGeom>
              <a:rect b="b" l="l" r="r" t="t"/>
              <a:pathLst>
                <a:path extrusionOk="0" h="4489" w="5483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5"/>
            <p:cNvSpPr/>
            <p:nvPr/>
          </p:nvSpPr>
          <p:spPr>
            <a:xfrm>
              <a:off x="2823415" y="2090109"/>
              <a:ext cx="73061" cy="19457"/>
            </a:xfrm>
            <a:custGeom>
              <a:rect b="b" l="l" r="r" t="t"/>
              <a:pathLst>
                <a:path extrusionOk="0" h="1433" w="5381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5"/>
            <p:cNvSpPr/>
            <p:nvPr/>
          </p:nvSpPr>
          <p:spPr>
            <a:xfrm>
              <a:off x="2838907" y="2066647"/>
              <a:ext cx="2675" cy="2281"/>
            </a:xfrm>
            <a:custGeom>
              <a:rect b="b" l="l" r="r" t="t"/>
              <a:pathLst>
                <a:path extrusionOk="0" h="168" w="197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5"/>
            <p:cNvSpPr/>
            <p:nvPr/>
          </p:nvSpPr>
          <p:spPr>
            <a:xfrm>
              <a:off x="2928980" y="2107991"/>
              <a:ext cx="29246" cy="3842"/>
            </a:xfrm>
            <a:custGeom>
              <a:rect b="b" l="l" r="r" t="t"/>
              <a:pathLst>
                <a:path extrusionOk="0" h="283" w="2154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5"/>
            <p:cNvSpPr/>
            <p:nvPr/>
          </p:nvSpPr>
          <p:spPr>
            <a:xfrm>
              <a:off x="2771508" y="2053260"/>
              <a:ext cx="2240" cy="3666"/>
            </a:xfrm>
            <a:custGeom>
              <a:rect b="b" l="l" r="r" t="t"/>
              <a:pathLst>
                <a:path extrusionOk="0" h="270" w="165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5"/>
            <p:cNvSpPr/>
            <p:nvPr/>
          </p:nvSpPr>
          <p:spPr>
            <a:xfrm>
              <a:off x="2920182" y="2034251"/>
              <a:ext cx="46788" cy="53482"/>
            </a:xfrm>
            <a:custGeom>
              <a:rect b="b" l="l" r="r" t="t"/>
              <a:pathLst>
                <a:path extrusionOk="0" h="3939" w="3446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5"/>
            <p:cNvSpPr/>
            <p:nvPr/>
          </p:nvSpPr>
          <p:spPr>
            <a:xfrm>
              <a:off x="2975850" y="2069105"/>
              <a:ext cx="7658" cy="4046"/>
            </a:xfrm>
            <a:custGeom>
              <a:rect b="b" l="l" r="r" t="t"/>
              <a:pathLst>
                <a:path extrusionOk="0" h="298" w="564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5"/>
            <p:cNvSpPr/>
            <p:nvPr/>
          </p:nvSpPr>
          <p:spPr>
            <a:xfrm>
              <a:off x="2759899" y="2034536"/>
              <a:ext cx="923" cy="204"/>
            </a:xfrm>
            <a:custGeom>
              <a:rect b="b" l="l" r="r" t="t"/>
              <a:pathLst>
                <a:path extrusionOk="0" h="15" w="68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5"/>
            <p:cNvSpPr/>
            <p:nvPr/>
          </p:nvSpPr>
          <p:spPr>
            <a:xfrm>
              <a:off x="2760660" y="2035011"/>
              <a:ext cx="3870" cy="5227"/>
            </a:xfrm>
            <a:custGeom>
              <a:rect b="b" l="l" r="r" t="t"/>
              <a:pathLst>
                <a:path extrusionOk="0" h="385" w="285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5"/>
            <p:cNvSpPr/>
            <p:nvPr/>
          </p:nvSpPr>
          <p:spPr>
            <a:xfrm>
              <a:off x="2956787" y="2113666"/>
              <a:ext cx="11093" cy="8595"/>
            </a:xfrm>
            <a:custGeom>
              <a:rect b="b" l="l" r="r" t="t"/>
              <a:pathLst>
                <a:path extrusionOk="0" h="633" w="817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5"/>
            <p:cNvSpPr/>
            <p:nvPr/>
          </p:nvSpPr>
          <p:spPr>
            <a:xfrm>
              <a:off x="2901173" y="2106945"/>
              <a:ext cx="20312" cy="6490"/>
            </a:xfrm>
            <a:custGeom>
              <a:rect b="b" l="l" r="r" t="t"/>
              <a:pathLst>
                <a:path extrusionOk="0" h="478" w="1496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5"/>
            <p:cNvSpPr/>
            <p:nvPr/>
          </p:nvSpPr>
          <p:spPr>
            <a:xfrm>
              <a:off x="2923413" y="2117536"/>
              <a:ext cx="11527" cy="4711"/>
            </a:xfrm>
            <a:custGeom>
              <a:rect b="b" l="l" r="r" t="t"/>
              <a:pathLst>
                <a:path extrusionOk="0" h="347" w="849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5"/>
            <p:cNvSpPr/>
            <p:nvPr/>
          </p:nvSpPr>
          <p:spPr>
            <a:xfrm>
              <a:off x="2984729" y="2031441"/>
              <a:ext cx="10713" cy="16320"/>
            </a:xfrm>
            <a:custGeom>
              <a:rect b="b" l="l" r="r" t="t"/>
              <a:pathLst>
                <a:path extrusionOk="0" h="1202" w="789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5"/>
            <p:cNvSpPr/>
            <p:nvPr/>
          </p:nvSpPr>
          <p:spPr>
            <a:xfrm>
              <a:off x="2859015" y="20390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5"/>
            <p:cNvSpPr/>
            <p:nvPr/>
          </p:nvSpPr>
          <p:spPr>
            <a:xfrm>
              <a:off x="2860481" y="203909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5"/>
            <p:cNvSpPr/>
            <p:nvPr/>
          </p:nvSpPr>
          <p:spPr>
            <a:xfrm>
              <a:off x="2860156" y="203919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5"/>
            <p:cNvSpPr/>
            <p:nvPr/>
          </p:nvSpPr>
          <p:spPr>
            <a:xfrm>
              <a:off x="2858160" y="20385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5"/>
            <p:cNvSpPr/>
            <p:nvPr/>
          </p:nvSpPr>
          <p:spPr>
            <a:xfrm>
              <a:off x="2858581" y="203875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5"/>
            <p:cNvSpPr/>
            <p:nvPr/>
          </p:nvSpPr>
          <p:spPr>
            <a:xfrm>
              <a:off x="2860821" y="203894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5"/>
            <p:cNvSpPr/>
            <p:nvPr/>
          </p:nvSpPr>
          <p:spPr>
            <a:xfrm>
              <a:off x="2852457" y="203377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5"/>
            <p:cNvSpPr/>
            <p:nvPr/>
          </p:nvSpPr>
          <p:spPr>
            <a:xfrm>
              <a:off x="2852267" y="2033301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5"/>
            <p:cNvSpPr/>
            <p:nvPr/>
          </p:nvSpPr>
          <p:spPr>
            <a:xfrm>
              <a:off x="2852647" y="203415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5"/>
            <p:cNvSpPr/>
            <p:nvPr/>
          </p:nvSpPr>
          <p:spPr>
            <a:xfrm>
              <a:off x="2852118" y="203282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5"/>
            <p:cNvSpPr/>
            <p:nvPr/>
          </p:nvSpPr>
          <p:spPr>
            <a:xfrm>
              <a:off x="2851602" y="2031060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5"/>
            <p:cNvSpPr/>
            <p:nvPr/>
          </p:nvSpPr>
          <p:spPr>
            <a:xfrm>
              <a:off x="2851928" y="203229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5"/>
            <p:cNvSpPr/>
            <p:nvPr/>
          </p:nvSpPr>
          <p:spPr>
            <a:xfrm>
              <a:off x="2857725" y="203818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5"/>
            <p:cNvSpPr/>
            <p:nvPr/>
          </p:nvSpPr>
          <p:spPr>
            <a:xfrm>
              <a:off x="2851792" y="2031671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5"/>
            <p:cNvSpPr/>
            <p:nvPr/>
          </p:nvSpPr>
          <p:spPr>
            <a:xfrm>
              <a:off x="2852837" y="2034482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5"/>
            <p:cNvSpPr/>
            <p:nvPr/>
          </p:nvSpPr>
          <p:spPr>
            <a:xfrm>
              <a:off x="2856870" y="203752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5"/>
            <p:cNvSpPr/>
            <p:nvPr/>
          </p:nvSpPr>
          <p:spPr>
            <a:xfrm>
              <a:off x="2852973" y="203482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5"/>
            <p:cNvSpPr/>
            <p:nvPr/>
          </p:nvSpPr>
          <p:spPr>
            <a:xfrm>
              <a:off x="2854019" y="2035772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5"/>
            <p:cNvSpPr/>
            <p:nvPr/>
          </p:nvSpPr>
          <p:spPr>
            <a:xfrm>
              <a:off x="2857304" y="203790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5"/>
            <p:cNvSpPr/>
            <p:nvPr/>
          </p:nvSpPr>
          <p:spPr>
            <a:xfrm>
              <a:off x="2854263" y="2035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5"/>
            <p:cNvSpPr/>
            <p:nvPr/>
          </p:nvSpPr>
          <p:spPr>
            <a:xfrm>
              <a:off x="2853163" y="2035107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5"/>
            <p:cNvSpPr/>
            <p:nvPr/>
          </p:nvSpPr>
          <p:spPr>
            <a:xfrm>
              <a:off x="2853598" y="203548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5"/>
            <p:cNvSpPr/>
            <p:nvPr/>
          </p:nvSpPr>
          <p:spPr>
            <a:xfrm>
              <a:off x="2853788" y="20356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5"/>
            <p:cNvSpPr/>
            <p:nvPr/>
          </p:nvSpPr>
          <p:spPr>
            <a:xfrm>
              <a:off x="2859490" y="2039139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5"/>
            <p:cNvSpPr/>
            <p:nvPr/>
          </p:nvSpPr>
          <p:spPr>
            <a:xfrm>
              <a:off x="2889049" y="2032921"/>
              <a:ext cx="3204" cy="2105"/>
            </a:xfrm>
            <a:custGeom>
              <a:rect b="b" l="l" r="r" t="t"/>
              <a:pathLst>
                <a:path extrusionOk="0" h="155" w="236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5"/>
            <p:cNvSpPr/>
            <p:nvPr/>
          </p:nvSpPr>
          <p:spPr>
            <a:xfrm>
              <a:off x="2861242" y="2038243"/>
              <a:ext cx="4440" cy="530"/>
            </a:xfrm>
            <a:custGeom>
              <a:rect b="b" l="l" r="r" t="t"/>
              <a:pathLst>
                <a:path extrusionOk="0" h="39" w="327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5"/>
            <p:cNvSpPr/>
            <p:nvPr/>
          </p:nvSpPr>
          <p:spPr>
            <a:xfrm>
              <a:off x="2910922" y="201385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5"/>
            <p:cNvSpPr/>
            <p:nvPr/>
          </p:nvSpPr>
          <p:spPr>
            <a:xfrm>
              <a:off x="2853353" y="203529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5"/>
            <p:cNvSpPr/>
            <p:nvPr/>
          </p:nvSpPr>
          <p:spPr>
            <a:xfrm>
              <a:off x="2860006" y="20391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5"/>
            <p:cNvSpPr/>
            <p:nvPr/>
          </p:nvSpPr>
          <p:spPr>
            <a:xfrm>
              <a:off x="2899598" y="2013287"/>
              <a:ext cx="8486" cy="1765"/>
            </a:xfrm>
            <a:custGeom>
              <a:rect b="b" l="l" r="r" t="t"/>
              <a:pathLst>
                <a:path extrusionOk="0" h="130" w="625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5"/>
            <p:cNvSpPr/>
            <p:nvPr/>
          </p:nvSpPr>
          <p:spPr>
            <a:xfrm>
              <a:off x="2909971" y="201351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5"/>
            <p:cNvSpPr/>
            <p:nvPr/>
          </p:nvSpPr>
          <p:spPr>
            <a:xfrm>
              <a:off x="2909632" y="201347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5"/>
            <p:cNvSpPr/>
            <p:nvPr/>
          </p:nvSpPr>
          <p:spPr>
            <a:xfrm>
              <a:off x="2910392" y="201366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5"/>
            <p:cNvSpPr/>
            <p:nvPr/>
          </p:nvSpPr>
          <p:spPr>
            <a:xfrm>
              <a:off x="2962544" y="2114711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5"/>
            <p:cNvSpPr/>
            <p:nvPr/>
          </p:nvSpPr>
          <p:spPr>
            <a:xfrm>
              <a:off x="2968192" y="2108113"/>
              <a:ext cx="14895" cy="5757"/>
            </a:xfrm>
            <a:custGeom>
              <a:rect b="b" l="l" r="r" t="t"/>
              <a:pathLst>
                <a:path extrusionOk="0" h="424" w="1097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5"/>
            <p:cNvSpPr/>
            <p:nvPr/>
          </p:nvSpPr>
          <p:spPr>
            <a:xfrm>
              <a:off x="2962679" y="21148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5"/>
            <p:cNvSpPr/>
            <p:nvPr/>
          </p:nvSpPr>
          <p:spPr>
            <a:xfrm>
              <a:off x="2968246" y="2112675"/>
              <a:ext cx="530" cy="530"/>
            </a:xfrm>
            <a:custGeom>
              <a:rect b="b" l="l" r="r" t="t"/>
              <a:pathLst>
                <a:path extrusionOk="0" h="39" w="39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5"/>
            <p:cNvSpPr/>
            <p:nvPr/>
          </p:nvSpPr>
          <p:spPr>
            <a:xfrm>
              <a:off x="2962544" y="2114806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5"/>
            <p:cNvSpPr/>
            <p:nvPr/>
          </p:nvSpPr>
          <p:spPr>
            <a:xfrm>
              <a:off x="2962924" y="21147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5"/>
            <p:cNvSpPr/>
            <p:nvPr/>
          </p:nvSpPr>
          <p:spPr>
            <a:xfrm>
              <a:off x="2968816" y="2113286"/>
              <a:ext cx="530" cy="584"/>
            </a:xfrm>
            <a:custGeom>
              <a:rect b="b" l="l" r="r" t="t"/>
              <a:pathLst>
                <a:path extrusionOk="0" h="43" w="39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5"/>
            <p:cNvSpPr/>
            <p:nvPr/>
          </p:nvSpPr>
          <p:spPr>
            <a:xfrm>
              <a:off x="2109605" y="1718303"/>
              <a:ext cx="11147" cy="17827"/>
            </a:xfrm>
            <a:custGeom>
              <a:rect b="b" l="l" r="r" t="t"/>
              <a:pathLst>
                <a:path extrusionOk="0" h="1313" w="821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5"/>
            <p:cNvSpPr/>
            <p:nvPr/>
          </p:nvSpPr>
          <p:spPr>
            <a:xfrm>
              <a:off x="2142544" y="1743706"/>
              <a:ext cx="19171" cy="11066"/>
            </a:xfrm>
            <a:custGeom>
              <a:rect b="b" l="l" r="r" t="t"/>
              <a:pathLst>
                <a:path extrusionOk="0" h="815" w="1412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5"/>
            <p:cNvSpPr/>
            <p:nvPr/>
          </p:nvSpPr>
          <p:spPr>
            <a:xfrm>
              <a:off x="2099300" y="1663436"/>
              <a:ext cx="82904" cy="79917"/>
            </a:xfrm>
            <a:custGeom>
              <a:rect b="b" l="l" r="r" t="t"/>
              <a:pathLst>
                <a:path extrusionOk="0" h="5886" w="6106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5"/>
            <p:cNvSpPr/>
            <p:nvPr/>
          </p:nvSpPr>
          <p:spPr>
            <a:xfrm>
              <a:off x="2139082" y="1663966"/>
              <a:ext cx="1344" cy="2485"/>
            </a:xfrm>
            <a:custGeom>
              <a:rect b="b" l="l" r="r" t="t"/>
              <a:pathLst>
                <a:path extrusionOk="0" h="183" w="99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5"/>
            <p:cNvSpPr/>
            <p:nvPr/>
          </p:nvSpPr>
          <p:spPr>
            <a:xfrm>
              <a:off x="2128057" y="166539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5"/>
            <p:cNvSpPr/>
            <p:nvPr/>
          </p:nvSpPr>
          <p:spPr>
            <a:xfrm>
              <a:off x="2142734" y="1667061"/>
              <a:ext cx="923" cy="149"/>
            </a:xfrm>
            <a:custGeom>
              <a:rect b="b" l="l" r="r" t="t"/>
              <a:pathLst>
                <a:path extrusionOk="0" h="11" w="68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5"/>
            <p:cNvSpPr/>
            <p:nvPr/>
          </p:nvSpPr>
          <p:spPr>
            <a:xfrm>
              <a:off x="2105477" y="1674515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5"/>
            <p:cNvSpPr/>
            <p:nvPr/>
          </p:nvSpPr>
          <p:spPr>
            <a:xfrm>
              <a:off x="2105097" y="1674570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5"/>
            <p:cNvSpPr/>
            <p:nvPr/>
          </p:nvSpPr>
          <p:spPr>
            <a:xfrm>
              <a:off x="2101866" y="1674610"/>
              <a:ext cx="2770" cy="204"/>
            </a:xfrm>
            <a:custGeom>
              <a:rect b="b" l="l" r="r" t="t"/>
              <a:pathLst>
                <a:path extrusionOk="0" h="15" w="204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5"/>
            <p:cNvSpPr/>
            <p:nvPr/>
          </p:nvSpPr>
          <p:spPr>
            <a:xfrm>
              <a:off x="2104622" y="1674570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5"/>
            <p:cNvSpPr/>
            <p:nvPr/>
          </p:nvSpPr>
          <p:spPr>
            <a:xfrm>
              <a:off x="2101526" y="16748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5"/>
            <p:cNvSpPr/>
            <p:nvPr/>
          </p:nvSpPr>
          <p:spPr>
            <a:xfrm>
              <a:off x="2127296" y="1665391"/>
              <a:ext cx="774" cy="720"/>
            </a:xfrm>
            <a:custGeom>
              <a:rect b="b" l="l" r="r" t="t"/>
              <a:pathLst>
                <a:path extrusionOk="0" h="53" w="57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5"/>
            <p:cNvSpPr/>
            <p:nvPr/>
          </p:nvSpPr>
          <p:spPr>
            <a:xfrm>
              <a:off x="2106903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5"/>
            <p:cNvSpPr/>
            <p:nvPr/>
          </p:nvSpPr>
          <p:spPr>
            <a:xfrm>
              <a:off x="2106659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5"/>
            <p:cNvSpPr/>
            <p:nvPr/>
          </p:nvSpPr>
          <p:spPr>
            <a:xfrm>
              <a:off x="2105858" y="1674515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5"/>
            <p:cNvSpPr/>
            <p:nvPr/>
          </p:nvSpPr>
          <p:spPr>
            <a:xfrm>
              <a:off x="2107134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5"/>
            <p:cNvSpPr/>
            <p:nvPr/>
          </p:nvSpPr>
          <p:spPr>
            <a:xfrm>
              <a:off x="2106183" y="167447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5"/>
            <p:cNvSpPr/>
            <p:nvPr/>
          </p:nvSpPr>
          <p:spPr>
            <a:xfrm>
              <a:off x="2102762" y="1677652"/>
              <a:ext cx="68" cy="448"/>
            </a:xfrm>
            <a:custGeom>
              <a:rect b="b" l="l" r="r" t="t"/>
              <a:pathLst>
                <a:path extrusionOk="0" h="33" w="5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5"/>
            <p:cNvSpPr/>
            <p:nvPr/>
          </p:nvSpPr>
          <p:spPr>
            <a:xfrm>
              <a:off x="2101771" y="167641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5"/>
            <p:cNvSpPr/>
            <p:nvPr/>
          </p:nvSpPr>
          <p:spPr>
            <a:xfrm>
              <a:off x="2102572" y="1688826"/>
              <a:ext cx="3584" cy="434"/>
            </a:xfrm>
            <a:custGeom>
              <a:rect b="b" l="l" r="r" t="t"/>
              <a:pathLst>
                <a:path extrusionOk="0" h="32" w="264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5"/>
            <p:cNvSpPr/>
            <p:nvPr/>
          </p:nvSpPr>
          <p:spPr>
            <a:xfrm>
              <a:off x="2106374" y="1691813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5"/>
            <p:cNvSpPr/>
            <p:nvPr/>
          </p:nvSpPr>
          <p:spPr>
            <a:xfrm>
              <a:off x="2101676" y="1676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5"/>
            <p:cNvSpPr/>
            <p:nvPr/>
          </p:nvSpPr>
          <p:spPr>
            <a:xfrm>
              <a:off x="2101907" y="1676606"/>
              <a:ext cx="543" cy="394"/>
            </a:xfrm>
            <a:custGeom>
              <a:rect b="b" l="l" r="r" t="t"/>
              <a:pathLst>
                <a:path extrusionOk="0" h="29" w="4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5"/>
            <p:cNvSpPr/>
            <p:nvPr/>
          </p:nvSpPr>
          <p:spPr>
            <a:xfrm>
              <a:off x="2143359" y="1670619"/>
              <a:ext cx="54" cy="448"/>
            </a:xfrm>
            <a:custGeom>
              <a:rect b="b" l="l" r="r" t="t"/>
              <a:pathLst>
                <a:path extrusionOk="0" h="33" w="4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5"/>
            <p:cNvSpPr/>
            <p:nvPr/>
          </p:nvSpPr>
          <p:spPr>
            <a:xfrm>
              <a:off x="2143304" y="1674760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5"/>
            <p:cNvSpPr/>
            <p:nvPr/>
          </p:nvSpPr>
          <p:spPr>
            <a:xfrm>
              <a:off x="2143454" y="1669383"/>
              <a:ext cx="14" cy="489"/>
            </a:xfrm>
            <a:custGeom>
              <a:rect b="b" l="l" r="r" t="t"/>
              <a:pathLst>
                <a:path extrusionOk="0" h="36" w="1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5"/>
            <p:cNvSpPr/>
            <p:nvPr/>
          </p:nvSpPr>
          <p:spPr>
            <a:xfrm>
              <a:off x="2143304" y="167204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5"/>
            <p:cNvSpPr/>
            <p:nvPr/>
          </p:nvSpPr>
          <p:spPr>
            <a:xfrm>
              <a:off x="2143304" y="16735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5"/>
            <p:cNvSpPr/>
            <p:nvPr/>
          </p:nvSpPr>
          <p:spPr>
            <a:xfrm>
              <a:off x="2143494" y="1668297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5"/>
            <p:cNvSpPr/>
            <p:nvPr/>
          </p:nvSpPr>
          <p:spPr>
            <a:xfrm>
              <a:off x="2143589" y="1667251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65"/>
            <p:cNvSpPr/>
            <p:nvPr/>
          </p:nvSpPr>
          <p:spPr>
            <a:xfrm>
              <a:off x="2184186" y="1698140"/>
              <a:ext cx="6626" cy="9138"/>
            </a:xfrm>
            <a:custGeom>
              <a:rect b="b" l="l" r="r" t="t"/>
              <a:pathLst>
                <a:path extrusionOk="0" h="673" w="488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65"/>
            <p:cNvSpPr/>
            <p:nvPr/>
          </p:nvSpPr>
          <p:spPr>
            <a:xfrm>
              <a:off x="2184336" y="17022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65"/>
            <p:cNvSpPr/>
            <p:nvPr/>
          </p:nvSpPr>
          <p:spPr>
            <a:xfrm>
              <a:off x="2184376" y="170266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5"/>
            <p:cNvSpPr/>
            <p:nvPr/>
          </p:nvSpPr>
          <p:spPr>
            <a:xfrm>
              <a:off x="2184376" y="17024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5"/>
            <p:cNvSpPr/>
            <p:nvPr/>
          </p:nvSpPr>
          <p:spPr>
            <a:xfrm>
              <a:off x="2184336" y="170213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5"/>
            <p:cNvSpPr/>
            <p:nvPr/>
          </p:nvSpPr>
          <p:spPr>
            <a:xfrm>
              <a:off x="2185666" y="1698615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5"/>
            <p:cNvSpPr/>
            <p:nvPr/>
          </p:nvSpPr>
          <p:spPr>
            <a:xfrm>
              <a:off x="2184241" y="170355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65"/>
            <p:cNvSpPr/>
            <p:nvPr/>
          </p:nvSpPr>
          <p:spPr>
            <a:xfrm>
              <a:off x="2184145" y="170403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65"/>
            <p:cNvSpPr/>
            <p:nvPr/>
          </p:nvSpPr>
          <p:spPr>
            <a:xfrm>
              <a:off x="2185422" y="169952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5"/>
            <p:cNvSpPr/>
            <p:nvPr/>
          </p:nvSpPr>
          <p:spPr>
            <a:xfrm>
              <a:off x="2184336" y="17029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5"/>
            <p:cNvSpPr/>
            <p:nvPr/>
          </p:nvSpPr>
          <p:spPr>
            <a:xfrm>
              <a:off x="2184336" y="170323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5"/>
            <p:cNvSpPr/>
            <p:nvPr/>
          </p:nvSpPr>
          <p:spPr>
            <a:xfrm>
              <a:off x="2188178" y="1703177"/>
              <a:ext cx="2580" cy="4195"/>
            </a:xfrm>
            <a:custGeom>
              <a:rect b="b" l="l" r="r" t="t"/>
              <a:pathLst>
                <a:path extrusionOk="0" h="309" w="19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5"/>
            <p:cNvSpPr/>
            <p:nvPr/>
          </p:nvSpPr>
          <p:spPr>
            <a:xfrm>
              <a:off x="2186372" y="1671338"/>
              <a:ext cx="27820" cy="35044"/>
            </a:xfrm>
            <a:custGeom>
              <a:rect b="b" l="l" r="r" t="t"/>
              <a:pathLst>
                <a:path extrusionOk="0" h="2581" w="2049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65"/>
            <p:cNvSpPr/>
            <p:nvPr/>
          </p:nvSpPr>
          <p:spPr>
            <a:xfrm>
              <a:off x="2189889" y="169439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65"/>
            <p:cNvSpPr/>
            <p:nvPr/>
          </p:nvSpPr>
          <p:spPr>
            <a:xfrm>
              <a:off x="2189373" y="169477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65"/>
            <p:cNvSpPr/>
            <p:nvPr/>
          </p:nvSpPr>
          <p:spPr>
            <a:xfrm>
              <a:off x="2189658" y="169458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65"/>
            <p:cNvSpPr/>
            <p:nvPr/>
          </p:nvSpPr>
          <p:spPr>
            <a:xfrm>
              <a:off x="2190798" y="168359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65"/>
            <p:cNvSpPr/>
            <p:nvPr/>
          </p:nvSpPr>
          <p:spPr>
            <a:xfrm>
              <a:off x="2190649" y="16926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65"/>
            <p:cNvSpPr/>
            <p:nvPr/>
          </p:nvSpPr>
          <p:spPr>
            <a:xfrm>
              <a:off x="2190894" y="1684020"/>
              <a:ext cx="204" cy="1969"/>
            </a:xfrm>
            <a:custGeom>
              <a:rect b="b" l="l" r="r" t="t"/>
              <a:pathLst>
                <a:path extrusionOk="0" h="145" w="15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65"/>
            <p:cNvSpPr/>
            <p:nvPr/>
          </p:nvSpPr>
          <p:spPr>
            <a:xfrm>
              <a:off x="2190554" y="1682404"/>
              <a:ext cx="258" cy="1208"/>
            </a:xfrm>
            <a:custGeom>
              <a:rect b="b" l="l" r="r" t="t"/>
              <a:pathLst>
                <a:path extrusionOk="0" h="89" w="19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65"/>
            <p:cNvSpPr/>
            <p:nvPr/>
          </p:nvSpPr>
          <p:spPr>
            <a:xfrm>
              <a:off x="2186331" y="167333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65"/>
            <p:cNvSpPr/>
            <p:nvPr/>
          </p:nvSpPr>
          <p:spPr>
            <a:xfrm>
              <a:off x="2187418" y="16762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65"/>
            <p:cNvSpPr/>
            <p:nvPr/>
          </p:nvSpPr>
          <p:spPr>
            <a:xfrm>
              <a:off x="2186522" y="1674380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65"/>
            <p:cNvSpPr/>
            <p:nvPr/>
          </p:nvSpPr>
          <p:spPr>
            <a:xfrm>
              <a:off x="2187228" y="167609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65"/>
            <p:cNvSpPr/>
            <p:nvPr/>
          </p:nvSpPr>
          <p:spPr>
            <a:xfrm>
              <a:off x="2187037" y="167580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65"/>
            <p:cNvSpPr/>
            <p:nvPr/>
          </p:nvSpPr>
          <p:spPr>
            <a:xfrm>
              <a:off x="2186372" y="1673714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65"/>
            <p:cNvSpPr/>
            <p:nvPr/>
          </p:nvSpPr>
          <p:spPr>
            <a:xfrm>
              <a:off x="2186902" y="1675425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65"/>
            <p:cNvSpPr/>
            <p:nvPr/>
          </p:nvSpPr>
          <p:spPr>
            <a:xfrm>
              <a:off x="2186712" y="1674950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65"/>
            <p:cNvSpPr/>
            <p:nvPr/>
          </p:nvSpPr>
          <p:spPr>
            <a:xfrm>
              <a:off x="2190989" y="16851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2190839" y="1683599"/>
              <a:ext cx="163" cy="1480"/>
            </a:xfrm>
            <a:custGeom>
              <a:rect b="b" l="l" r="r" t="t"/>
              <a:pathLst>
                <a:path extrusionOk="0" h="109" w="12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2193745" y="1702892"/>
              <a:ext cx="679" cy="299"/>
            </a:xfrm>
            <a:custGeom>
              <a:rect b="b" l="l" r="r" t="t"/>
              <a:pathLst>
                <a:path extrusionOk="0" h="22" w="5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2192740" y="170251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2194546" y="1703272"/>
              <a:ext cx="679" cy="353"/>
            </a:xfrm>
            <a:custGeom>
              <a:rect b="b" l="l" r="r" t="t"/>
              <a:pathLst>
                <a:path extrusionOk="0" h="26" w="5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2193270" y="17026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2195646" y="17038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65"/>
            <p:cNvSpPr/>
            <p:nvPr/>
          </p:nvSpPr>
          <p:spPr>
            <a:xfrm>
              <a:off x="2196067" y="1672098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65"/>
            <p:cNvSpPr/>
            <p:nvPr/>
          </p:nvSpPr>
          <p:spPr>
            <a:xfrm>
              <a:off x="2197017" y="167228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65"/>
            <p:cNvSpPr/>
            <p:nvPr/>
          </p:nvSpPr>
          <p:spPr>
            <a:xfrm>
              <a:off x="2196596" y="167219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65"/>
            <p:cNvSpPr/>
            <p:nvPr/>
          </p:nvSpPr>
          <p:spPr>
            <a:xfrm>
              <a:off x="2186331" y="1671189"/>
              <a:ext cx="6762" cy="2159"/>
            </a:xfrm>
            <a:custGeom>
              <a:rect b="b" l="l" r="r" t="t"/>
              <a:pathLst>
                <a:path extrusionOk="0" h="159" w="498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65"/>
            <p:cNvSpPr/>
            <p:nvPr/>
          </p:nvSpPr>
          <p:spPr>
            <a:xfrm>
              <a:off x="2196311" y="167213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65"/>
            <p:cNvSpPr/>
            <p:nvPr/>
          </p:nvSpPr>
          <p:spPr>
            <a:xfrm>
              <a:off x="2197397" y="1672614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65"/>
            <p:cNvSpPr/>
            <p:nvPr/>
          </p:nvSpPr>
          <p:spPr>
            <a:xfrm>
              <a:off x="2197546" y="1672900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65"/>
            <p:cNvSpPr/>
            <p:nvPr/>
          </p:nvSpPr>
          <p:spPr>
            <a:xfrm>
              <a:off x="2197302" y="167232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65"/>
            <p:cNvSpPr/>
            <p:nvPr/>
          </p:nvSpPr>
          <p:spPr>
            <a:xfrm>
              <a:off x="2211572" y="1686029"/>
              <a:ext cx="584" cy="2811"/>
            </a:xfrm>
            <a:custGeom>
              <a:rect b="b" l="l" r="r" t="t"/>
              <a:pathLst>
                <a:path extrusionOk="0" h="207" w="43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65"/>
            <p:cNvSpPr/>
            <p:nvPr/>
          </p:nvSpPr>
          <p:spPr>
            <a:xfrm>
              <a:off x="2198253" y="167390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65"/>
            <p:cNvSpPr/>
            <p:nvPr/>
          </p:nvSpPr>
          <p:spPr>
            <a:xfrm>
              <a:off x="2198022" y="1673565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65"/>
            <p:cNvSpPr/>
            <p:nvPr/>
          </p:nvSpPr>
          <p:spPr>
            <a:xfrm>
              <a:off x="2197777" y="1673280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65"/>
            <p:cNvSpPr/>
            <p:nvPr/>
          </p:nvSpPr>
          <p:spPr>
            <a:xfrm>
              <a:off x="2211803" y="1688826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65"/>
            <p:cNvSpPr/>
            <p:nvPr/>
          </p:nvSpPr>
          <p:spPr>
            <a:xfrm>
              <a:off x="2211762" y="1700095"/>
              <a:ext cx="489" cy="679"/>
            </a:xfrm>
            <a:custGeom>
              <a:rect b="b" l="l" r="r" t="t"/>
              <a:pathLst>
                <a:path extrusionOk="0" h="50" w="36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65"/>
            <p:cNvSpPr/>
            <p:nvPr/>
          </p:nvSpPr>
          <p:spPr>
            <a:xfrm>
              <a:off x="2211233" y="1700761"/>
              <a:ext cx="543" cy="1819"/>
            </a:xfrm>
            <a:custGeom>
              <a:rect b="b" l="l" r="r" t="t"/>
              <a:pathLst>
                <a:path extrusionOk="0" h="134" w="4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65"/>
            <p:cNvSpPr/>
            <p:nvPr/>
          </p:nvSpPr>
          <p:spPr>
            <a:xfrm>
              <a:off x="2211192" y="1702852"/>
              <a:ext cx="109" cy="1344"/>
            </a:xfrm>
            <a:custGeom>
              <a:rect b="b" l="l" r="r" t="t"/>
              <a:pathLst>
                <a:path extrusionOk="0" h="99" w="8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2212047" y="168877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2200208" y="1705703"/>
              <a:ext cx="2444" cy="489"/>
            </a:xfrm>
            <a:custGeom>
              <a:rect b="b" l="l" r="r" t="t"/>
              <a:pathLst>
                <a:path extrusionOk="0" h="36" w="18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65"/>
            <p:cNvSpPr/>
            <p:nvPr/>
          </p:nvSpPr>
          <p:spPr>
            <a:xfrm>
              <a:off x="2207906" y="1704657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65"/>
            <p:cNvSpPr/>
            <p:nvPr/>
          </p:nvSpPr>
          <p:spPr>
            <a:xfrm>
              <a:off x="2208857" y="1704467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65"/>
            <p:cNvSpPr/>
            <p:nvPr/>
          </p:nvSpPr>
          <p:spPr>
            <a:xfrm>
              <a:off x="2206100" y="1704942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65"/>
            <p:cNvSpPr/>
            <p:nvPr/>
          </p:nvSpPr>
          <p:spPr>
            <a:xfrm>
              <a:off x="2209766" y="1704318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65"/>
            <p:cNvSpPr/>
            <p:nvPr/>
          </p:nvSpPr>
          <p:spPr>
            <a:xfrm>
              <a:off x="2203493" y="1705418"/>
              <a:ext cx="625" cy="149"/>
            </a:xfrm>
            <a:custGeom>
              <a:rect b="b" l="l" r="r" t="t"/>
              <a:pathLst>
                <a:path extrusionOk="0" h="11" w="46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65"/>
            <p:cNvSpPr/>
            <p:nvPr/>
          </p:nvSpPr>
          <p:spPr>
            <a:xfrm>
              <a:off x="2210662" y="170418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65"/>
            <p:cNvSpPr/>
            <p:nvPr/>
          </p:nvSpPr>
          <p:spPr>
            <a:xfrm>
              <a:off x="2205150" y="1705078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65"/>
            <p:cNvSpPr/>
            <p:nvPr/>
          </p:nvSpPr>
          <p:spPr>
            <a:xfrm>
              <a:off x="2202679" y="1705553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65"/>
            <p:cNvSpPr/>
            <p:nvPr/>
          </p:nvSpPr>
          <p:spPr>
            <a:xfrm>
              <a:off x="2204295" y="1705268"/>
              <a:ext cx="679" cy="109"/>
            </a:xfrm>
            <a:custGeom>
              <a:rect b="b" l="l" r="r" t="t"/>
              <a:pathLst>
                <a:path extrusionOk="0" h="8" w="5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65"/>
            <p:cNvSpPr/>
            <p:nvPr/>
          </p:nvSpPr>
          <p:spPr>
            <a:xfrm>
              <a:off x="2207010" y="1704793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65"/>
            <p:cNvSpPr/>
            <p:nvPr/>
          </p:nvSpPr>
          <p:spPr>
            <a:xfrm>
              <a:off x="2189604" y="1699050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65"/>
            <p:cNvSpPr/>
            <p:nvPr/>
          </p:nvSpPr>
          <p:spPr>
            <a:xfrm>
              <a:off x="2190364" y="1699946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65"/>
            <p:cNvSpPr/>
            <p:nvPr/>
          </p:nvSpPr>
          <p:spPr>
            <a:xfrm>
              <a:off x="2191314" y="170104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65"/>
            <p:cNvSpPr/>
            <p:nvPr/>
          </p:nvSpPr>
          <p:spPr>
            <a:xfrm>
              <a:off x="2188178" y="169747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65"/>
            <p:cNvSpPr/>
            <p:nvPr/>
          </p:nvSpPr>
          <p:spPr>
            <a:xfrm>
              <a:off x="2188843" y="169823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65"/>
            <p:cNvSpPr/>
            <p:nvPr/>
          </p:nvSpPr>
          <p:spPr>
            <a:xfrm>
              <a:off x="2191980" y="170190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65"/>
            <p:cNvSpPr/>
            <p:nvPr/>
          </p:nvSpPr>
          <p:spPr>
            <a:xfrm>
              <a:off x="2187513" y="169676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65"/>
          <p:cNvSpPr/>
          <p:nvPr/>
        </p:nvSpPr>
        <p:spPr>
          <a:xfrm>
            <a:off x="6718275" y="3322025"/>
            <a:ext cx="63600" cy="6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5" name="Google Shape;4445;p65"/>
          <p:cNvSpPr txBox="1"/>
          <p:nvPr/>
        </p:nvSpPr>
        <p:spPr>
          <a:xfrm>
            <a:off x="180450" y="113818"/>
            <a:ext cx="87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</a:rPr>
              <a:t>De nombreux pays ont discrètement construit des ID et des paiements</a:t>
            </a:r>
            <a:endParaRPr/>
          </a:p>
        </p:txBody>
      </p:sp>
      <p:sp>
        <p:nvSpPr>
          <p:cNvPr id="4446" name="Google Shape;4446;p65"/>
          <p:cNvSpPr txBox="1"/>
          <p:nvPr/>
        </p:nvSpPr>
        <p:spPr>
          <a:xfrm>
            <a:off x="110150" y="3322025"/>
            <a:ext cx="23268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Argentine - ID : MDL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Brésil - Paiements : Pix, Finance ouverte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Chili - ID eKYC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65"/>
          <p:cNvSpPr txBox="1"/>
          <p:nvPr/>
        </p:nvSpPr>
        <p:spPr>
          <a:xfrm>
            <a:off x="3039593" y="3514661"/>
            <a:ext cx="3006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Maroc - ID national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Éthiopie - ID Fayda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Rwanda - ID national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Nigéria - NIN eKYC, Paiements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Malawi - ID national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Ghana - Paiements (GhIPSS)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393AA"/>
              </a:solidFill>
            </a:endParaRPr>
          </a:p>
        </p:txBody>
      </p:sp>
      <p:sp>
        <p:nvSpPr>
          <p:cNvPr id="4448" name="Google Shape;4448;p65"/>
          <p:cNvSpPr txBox="1"/>
          <p:nvPr/>
        </p:nvSpPr>
        <p:spPr>
          <a:xfrm>
            <a:off x="5400950" y="3612624"/>
            <a:ext cx="367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Thaïlande - ThaiID et PromptPay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Indonésie - Paiements QRIS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Inde - ID et Paiements UPI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Singapour - ID Singpass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Corée du Sud - ID eGovernment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9" name="Google Shape;4449;p65"/>
          <p:cNvSpPr txBox="1"/>
          <p:nvPr/>
        </p:nvSpPr>
        <p:spPr>
          <a:xfrm>
            <a:off x="2657456" y="2248494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UE : ID numérique,</a:t>
            </a: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1DB2C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banque ouverte</a:t>
            </a:r>
            <a:endParaRPr>
              <a:solidFill>
                <a:srgbClr val="1DB2C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PI - Theme">
  <a:themeElements>
    <a:clrScheme name="White">
      <a:dk1>
        <a:srgbClr val="121212"/>
      </a:dk1>
      <a:lt1>
        <a:srgbClr val="EFF2FF"/>
      </a:lt1>
      <a:dk2>
        <a:srgbClr val="EBF6F8"/>
      </a:dk2>
      <a:lt2>
        <a:srgbClr val="FCF3DF"/>
      </a:lt2>
      <a:accent1>
        <a:srgbClr val="6E4AFD"/>
      </a:accent1>
      <a:accent2>
        <a:srgbClr val="40B858"/>
      </a:accent2>
      <a:accent3>
        <a:srgbClr val="FFA06C"/>
      </a:accent3>
      <a:accent4>
        <a:srgbClr val="FED76A"/>
      </a:accent4>
      <a:accent5>
        <a:srgbClr val="6BCAFF"/>
      </a:accent5>
      <a:accent6>
        <a:srgbClr val="EFEFEF"/>
      </a:accent6>
      <a:hlink>
        <a:srgbClr val="000000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